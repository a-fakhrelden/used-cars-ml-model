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97" r:id="rId9"/>
    <p:sldId id="298" r:id="rId10"/>
    <p:sldId id="264" r:id="rId11"/>
    <p:sldId id="299" r:id="rId12"/>
    <p:sldId id="300" r:id="rId13"/>
    <p:sldId id="266" r:id="rId14"/>
    <p:sldId id="275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ichroma" panose="020B0604020202020204" charset="0"/>
      <p:regular r:id="rId21"/>
    </p:embeddedFont>
    <p:embeddedFont>
      <p:font typeface="Archivo" panose="020B0604020202020204" charset="0"/>
      <p:regular r:id="rId22"/>
      <p:bold r:id="rId23"/>
      <p:italic r:id="rId24"/>
      <p:boldItalic r:id="rId25"/>
    </p:embeddedFont>
    <p:embeddedFont>
      <p:font typeface="Open Sans Light" panose="020B0306030504020204" pitchFamily="3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A31626-F327-4FD3-A1B2-60ACD85C59E5}">
  <a:tblStyle styleId="{E5A31626-F327-4FD3-A1B2-60ACD85C59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85776C7-D9AC-4758-B444-FFE611CB75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E5ED3A-FE59-4E5E-A192-A667E67DAD60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82830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947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17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566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344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9263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7989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948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326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235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138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671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014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125d80b41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125d80b41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680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51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85375" y="-451500"/>
            <a:ext cx="9004555" cy="5949224"/>
            <a:chOff x="-285375" y="-451500"/>
            <a:chExt cx="9004555" cy="5949224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068185" y="262142"/>
              <a:ext cx="821257" cy="8212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83930" y="-451500"/>
              <a:ext cx="1235250" cy="123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85375" y="4061637"/>
              <a:ext cx="1436055" cy="14360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13;p2"/>
          <p:cNvGrpSpPr/>
          <p:nvPr/>
        </p:nvGrpSpPr>
        <p:grpSpPr>
          <a:xfrm>
            <a:off x="-205542" y="-200399"/>
            <a:ext cx="1710633" cy="5072261"/>
            <a:chOff x="-205542" y="-200399"/>
            <a:chExt cx="1710633" cy="5072261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-205542" y="-200399"/>
              <a:ext cx="920630" cy="920641"/>
              <a:chOff x="1351185" y="2656117"/>
              <a:chExt cx="821257" cy="821268"/>
            </a:xfrm>
          </p:grpSpPr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351185" y="2656117"/>
                <a:ext cx="821257" cy="821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" name="Google Shape;16;p2"/>
              <p:cNvSpPr/>
              <p:nvPr/>
            </p:nvSpPr>
            <p:spPr>
              <a:xfrm>
                <a:off x="1391231" y="2696191"/>
                <a:ext cx="741000" cy="74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629302" y="3996063"/>
              <a:ext cx="875789" cy="875800"/>
              <a:chOff x="1351185" y="2656117"/>
              <a:chExt cx="821257" cy="821268"/>
            </a:xfrm>
          </p:grpSpPr>
          <p:pic>
            <p:nvPicPr>
              <p:cNvPr id="18" name="Google Shape;1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351185" y="2656117"/>
                <a:ext cx="821257" cy="821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Google Shape;19;p2"/>
              <p:cNvSpPr/>
              <p:nvPr/>
            </p:nvSpPr>
            <p:spPr>
              <a:xfrm>
                <a:off x="1386442" y="2691387"/>
                <a:ext cx="750600" cy="75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715100" y="863575"/>
            <a:ext cx="4410000" cy="213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715100" y="3001375"/>
            <a:ext cx="4410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l="3401" t="3401" r="3410" b="3410"/>
          <a:stretch/>
        </p:blipFill>
        <p:spPr>
          <a:xfrm>
            <a:off x="7992054" y="4172325"/>
            <a:ext cx="1729200" cy="17292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-851501" y="234538"/>
            <a:ext cx="9392120" cy="4647452"/>
            <a:chOff x="-851501" y="234538"/>
            <a:chExt cx="9392120" cy="4647452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-851501" y="234538"/>
              <a:ext cx="1701302" cy="1701302"/>
              <a:chOff x="6919815" y="2656128"/>
              <a:chExt cx="873000" cy="873000"/>
            </a:xfrm>
          </p:grpSpPr>
          <p:pic>
            <p:nvPicPr>
              <p:cNvPr id="26" name="Google Shape;26;p3"/>
              <p:cNvPicPr preferRelativeResize="0"/>
              <p:nvPr/>
            </p:nvPicPr>
            <p:blipFill rotWithShape="1">
              <a:blip r:embed="rId3">
                <a:alphaModFix/>
              </a:blip>
              <a:srcRect l="2794" t="2794" r="2803" b="2803"/>
              <a:stretch/>
            </p:blipFill>
            <p:spPr>
              <a:xfrm>
                <a:off x="6919815" y="2656128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7" name="Google Shape;27;p3"/>
              <p:cNvSpPr/>
              <p:nvPr/>
            </p:nvSpPr>
            <p:spPr>
              <a:xfrm>
                <a:off x="6934350" y="2667487"/>
                <a:ext cx="843900" cy="84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>
              <a:off x="7622136" y="3963506"/>
              <a:ext cx="918483" cy="918483"/>
              <a:chOff x="3451421" y="3574675"/>
              <a:chExt cx="873000" cy="873000"/>
            </a:xfrm>
          </p:grpSpPr>
          <p:pic>
            <p:nvPicPr>
              <p:cNvPr id="29" name="Google Shape;29;p3"/>
              <p:cNvPicPr preferRelativeResize="0"/>
              <p:nvPr/>
            </p:nvPicPr>
            <p:blipFill rotWithShape="1">
              <a:blip r:embed="rId2">
                <a:alphaModFix/>
              </a:blip>
              <a:srcRect l="3401" t="3401" r="3410" b="3410"/>
              <a:stretch/>
            </p:blipFill>
            <p:spPr>
              <a:xfrm>
                <a:off x="3451421" y="3574675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0" name="Google Shape;30;p3"/>
              <p:cNvSpPr/>
              <p:nvPr/>
            </p:nvSpPr>
            <p:spPr>
              <a:xfrm>
                <a:off x="3466288" y="3589525"/>
                <a:ext cx="843300" cy="84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572050" y="2229450"/>
            <a:ext cx="385680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6956376" y="1453350"/>
            <a:ext cx="1472400" cy="776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5"/>
          <p:cNvGrpSpPr/>
          <p:nvPr/>
        </p:nvGrpSpPr>
        <p:grpSpPr>
          <a:xfrm>
            <a:off x="-748300" y="-755326"/>
            <a:ext cx="9777372" cy="5512926"/>
            <a:chOff x="-748300" y="-755326"/>
            <a:chExt cx="9777372" cy="5512926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748300" y="3177400"/>
              <a:ext cx="1580200" cy="158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28725" y="-755326"/>
              <a:ext cx="1200348" cy="1200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5"/>
          <p:cNvGrpSpPr/>
          <p:nvPr/>
        </p:nvGrpSpPr>
        <p:grpSpPr>
          <a:xfrm>
            <a:off x="327391" y="106102"/>
            <a:ext cx="9215188" cy="6550543"/>
            <a:chOff x="327391" y="106102"/>
            <a:chExt cx="9215188" cy="6550543"/>
          </a:xfrm>
        </p:grpSpPr>
        <p:grpSp>
          <p:nvGrpSpPr>
            <p:cNvPr id="51" name="Google Shape;51;p5"/>
            <p:cNvGrpSpPr/>
            <p:nvPr/>
          </p:nvGrpSpPr>
          <p:grpSpPr>
            <a:xfrm>
              <a:off x="8540638" y="106102"/>
              <a:ext cx="1001942" cy="1001942"/>
              <a:chOff x="6919815" y="2656128"/>
              <a:chExt cx="873000" cy="873000"/>
            </a:xfrm>
          </p:grpSpPr>
          <p:pic>
            <p:nvPicPr>
              <p:cNvPr id="52" name="Google Shape;52;p5"/>
              <p:cNvPicPr preferRelativeResize="0"/>
              <p:nvPr/>
            </p:nvPicPr>
            <p:blipFill rotWithShape="1">
              <a:blip r:embed="rId4">
                <a:alphaModFix/>
              </a:blip>
              <a:srcRect l="2794" t="2794" r="2803" b="2803"/>
              <a:stretch/>
            </p:blipFill>
            <p:spPr>
              <a:xfrm>
                <a:off x="6919815" y="2656128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53" name="Google Shape;53;p5"/>
              <p:cNvSpPr/>
              <p:nvPr/>
            </p:nvSpPr>
            <p:spPr>
              <a:xfrm>
                <a:off x="6934350" y="2667600"/>
                <a:ext cx="843900" cy="84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54" name="Google Shape;54;p5"/>
            <p:cNvGrpSpPr/>
            <p:nvPr/>
          </p:nvGrpSpPr>
          <p:grpSpPr>
            <a:xfrm>
              <a:off x="327391" y="4074083"/>
              <a:ext cx="937940" cy="938038"/>
              <a:chOff x="2083263" y="3574675"/>
              <a:chExt cx="872990" cy="873000"/>
            </a:xfrm>
          </p:grpSpPr>
          <p:pic>
            <p:nvPicPr>
              <p:cNvPr id="55" name="Google Shape;55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83263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" name="Google Shape;56;p5"/>
              <p:cNvSpPr/>
              <p:nvPr/>
            </p:nvSpPr>
            <p:spPr>
              <a:xfrm>
                <a:off x="2118376" y="3609763"/>
                <a:ext cx="802800" cy="802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57" name="Google Shape;57;p5"/>
            <p:cNvGrpSpPr/>
            <p:nvPr/>
          </p:nvGrpSpPr>
          <p:grpSpPr>
            <a:xfrm>
              <a:off x="7184568" y="4697196"/>
              <a:ext cx="1959426" cy="1959448"/>
              <a:chOff x="4109629" y="2630250"/>
              <a:chExt cx="872990" cy="873000"/>
            </a:xfrm>
          </p:grpSpPr>
          <p:pic>
            <p:nvPicPr>
              <p:cNvPr id="58" name="Google Shape;58;p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" name="Google Shape;59;p5"/>
              <p:cNvSpPr/>
              <p:nvPr/>
            </p:nvSpPr>
            <p:spPr>
              <a:xfrm>
                <a:off x="4128845" y="2649466"/>
                <a:ext cx="834600" cy="834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1161425" y="2372250"/>
            <a:ext cx="31320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2"/>
          </p:nvPr>
        </p:nvSpPr>
        <p:spPr>
          <a:xfrm>
            <a:off x="4850563" y="2372250"/>
            <a:ext cx="31320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3"/>
          </p:nvPr>
        </p:nvSpPr>
        <p:spPr>
          <a:xfrm>
            <a:off x="1161450" y="2823425"/>
            <a:ext cx="3132000" cy="1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4850581" y="2823425"/>
            <a:ext cx="3132000" cy="1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" name="Google Shape;67;p6"/>
          <p:cNvGrpSpPr/>
          <p:nvPr/>
        </p:nvGrpSpPr>
        <p:grpSpPr>
          <a:xfrm>
            <a:off x="-383750" y="240891"/>
            <a:ext cx="9785336" cy="4758159"/>
            <a:chOff x="-383750" y="240891"/>
            <a:chExt cx="9785336" cy="4758159"/>
          </a:xfrm>
        </p:grpSpPr>
        <p:pic>
          <p:nvPicPr>
            <p:cNvPr id="68" name="Google Shape;6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514126" y="4111575"/>
              <a:ext cx="887460" cy="88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83750" y="240891"/>
              <a:ext cx="980925" cy="980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" name="Google Shape;70;p6"/>
          <p:cNvGrpSpPr/>
          <p:nvPr/>
        </p:nvGrpSpPr>
        <p:grpSpPr>
          <a:xfrm>
            <a:off x="8614564" y="3051689"/>
            <a:ext cx="1556803" cy="1556821"/>
            <a:chOff x="4109629" y="2630250"/>
            <a:chExt cx="872990" cy="873000"/>
          </a:xfrm>
        </p:grpSpPr>
        <p:pic>
          <p:nvPicPr>
            <p:cNvPr id="71" name="Google Shape;7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09629" y="2630250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6"/>
            <p:cNvSpPr/>
            <p:nvPr/>
          </p:nvSpPr>
          <p:spPr>
            <a:xfrm>
              <a:off x="4128845" y="2649466"/>
              <a:ext cx="834600" cy="83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7"/>
          <p:cNvGrpSpPr/>
          <p:nvPr/>
        </p:nvGrpSpPr>
        <p:grpSpPr>
          <a:xfrm>
            <a:off x="-640600" y="-163400"/>
            <a:ext cx="1930629" cy="5153151"/>
            <a:chOff x="-640600" y="-163400"/>
            <a:chExt cx="1930629" cy="5153151"/>
          </a:xfrm>
        </p:grpSpPr>
        <p:pic>
          <p:nvPicPr>
            <p:cNvPr id="75" name="Google Shape;75;p7"/>
            <p:cNvPicPr preferRelativeResize="0"/>
            <p:nvPr/>
          </p:nvPicPr>
          <p:blipFill rotWithShape="1">
            <a:blip r:embed="rId2">
              <a:alphaModFix/>
            </a:blip>
            <a:srcRect l="3401" t="3401" r="3410" b="3410"/>
            <a:stretch/>
          </p:blipFill>
          <p:spPr>
            <a:xfrm rot="3105896">
              <a:off x="-439981" y="3796870"/>
              <a:ext cx="992262" cy="992262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76" name="Google Shape;76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9996" y="-163400"/>
              <a:ext cx="570033" cy="57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720000" y="607750"/>
            <a:ext cx="3852000" cy="10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1"/>
          </p:nvPr>
        </p:nvSpPr>
        <p:spPr>
          <a:xfrm>
            <a:off x="720000" y="2049475"/>
            <a:ext cx="3852000" cy="22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7"/>
          <p:cNvSpPr>
            <a:spLocks noGrp="1"/>
          </p:cNvSpPr>
          <p:nvPr>
            <p:ph type="pic" idx="2"/>
          </p:nvPr>
        </p:nvSpPr>
        <p:spPr>
          <a:xfrm flipH="1">
            <a:off x="4720575" y="694925"/>
            <a:ext cx="3772200" cy="3753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2" name="Google Shape;82;p8"/>
          <p:cNvGrpSpPr/>
          <p:nvPr/>
        </p:nvGrpSpPr>
        <p:grpSpPr>
          <a:xfrm>
            <a:off x="-543852" y="-189596"/>
            <a:ext cx="1449163" cy="1449180"/>
            <a:chOff x="4819589" y="3574675"/>
            <a:chExt cx="872990" cy="873000"/>
          </a:xfrm>
        </p:grpSpPr>
        <p:pic>
          <p:nvPicPr>
            <p:cNvPr id="83" name="Google Shape;83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819589" y="3574675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8"/>
            <p:cNvSpPr/>
            <p:nvPr/>
          </p:nvSpPr>
          <p:spPr>
            <a:xfrm>
              <a:off x="4845500" y="3600525"/>
              <a:ext cx="821400" cy="821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pic>
        <p:nvPicPr>
          <p:cNvPr id="85" name="Google Shape;8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8625" y="825600"/>
            <a:ext cx="1580200" cy="15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300" y="3989300"/>
            <a:ext cx="980925" cy="9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-651212" y="-201934"/>
            <a:ext cx="10917193" cy="6170509"/>
            <a:chOff x="-651212" y="-201934"/>
            <a:chExt cx="10917193" cy="6170509"/>
          </a:xfrm>
        </p:grpSpPr>
        <p:pic>
          <p:nvPicPr>
            <p:cNvPr id="91" name="Google Shape;91;p9"/>
            <p:cNvPicPr preferRelativeResize="0"/>
            <p:nvPr/>
          </p:nvPicPr>
          <p:blipFill rotWithShape="1">
            <a:blip r:embed="rId2">
              <a:alphaModFix/>
            </a:blip>
            <a:srcRect l="3401" t="3401" r="3410" b="3410"/>
            <a:stretch/>
          </p:blipFill>
          <p:spPr>
            <a:xfrm>
              <a:off x="170874" y="3916575"/>
              <a:ext cx="2052000" cy="20520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2" name="Google Shape;92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1212" y="2758600"/>
              <a:ext cx="1945575" cy="194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04831" y="-201934"/>
              <a:ext cx="2161150" cy="2161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" name="Google Shape;94;p9"/>
          <p:cNvGrpSpPr/>
          <p:nvPr/>
        </p:nvGrpSpPr>
        <p:grpSpPr>
          <a:xfrm>
            <a:off x="945073" y="3227667"/>
            <a:ext cx="1449163" cy="1449180"/>
            <a:chOff x="4819589" y="3574675"/>
            <a:chExt cx="872990" cy="873000"/>
          </a:xfrm>
        </p:grpSpPr>
        <p:pic>
          <p:nvPicPr>
            <p:cNvPr id="95" name="Google Shape;95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19589" y="3574675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9"/>
            <p:cNvSpPr/>
            <p:nvPr/>
          </p:nvSpPr>
          <p:spPr>
            <a:xfrm>
              <a:off x="4845500" y="3600525"/>
              <a:ext cx="821400" cy="821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0"/>
          <p:cNvSpPr txBox="1">
            <a:spLocks noGrp="1"/>
          </p:cNvSpPr>
          <p:nvPr>
            <p:ph type="title"/>
          </p:nvPr>
        </p:nvSpPr>
        <p:spPr>
          <a:xfrm>
            <a:off x="720000" y="4149450"/>
            <a:ext cx="7704000" cy="459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0300" y="3989300"/>
            <a:ext cx="980925" cy="98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19025" y="118750"/>
            <a:ext cx="1856650" cy="185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3"/>
          <p:cNvGrpSpPr/>
          <p:nvPr/>
        </p:nvGrpSpPr>
        <p:grpSpPr>
          <a:xfrm>
            <a:off x="8488618" y="2482546"/>
            <a:ext cx="1959426" cy="1959448"/>
            <a:chOff x="4109629" y="2630250"/>
            <a:chExt cx="872990" cy="873000"/>
          </a:xfrm>
        </p:grpSpPr>
        <p:pic>
          <p:nvPicPr>
            <p:cNvPr id="125" name="Google Shape;12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09629" y="2630250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3"/>
            <p:cNvSpPr/>
            <p:nvPr/>
          </p:nvSpPr>
          <p:spPr>
            <a:xfrm>
              <a:off x="4128845" y="2649466"/>
              <a:ext cx="834600" cy="83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71925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238474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471925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3238471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471925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238471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>
            <a:off x="720000" y="1975444"/>
            <a:ext cx="2356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8"/>
          </p:nvPr>
        </p:nvSpPr>
        <p:spPr>
          <a:xfrm>
            <a:off x="3419275" y="1975450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9"/>
          </p:nvPr>
        </p:nvSpPr>
        <p:spPr>
          <a:xfrm>
            <a:off x="6118550" y="1975450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3"/>
          </p:nvPr>
        </p:nvSpPr>
        <p:spPr>
          <a:xfrm>
            <a:off x="720000" y="3742125"/>
            <a:ext cx="2356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4"/>
          </p:nvPr>
        </p:nvSpPr>
        <p:spPr>
          <a:xfrm>
            <a:off x="3419275" y="3742125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5"/>
          </p:nvPr>
        </p:nvSpPr>
        <p:spPr>
          <a:xfrm>
            <a:off x="6118550" y="3742125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8"/>
          <p:cNvGrpSpPr/>
          <p:nvPr/>
        </p:nvGrpSpPr>
        <p:grpSpPr>
          <a:xfrm>
            <a:off x="-321129" y="118750"/>
            <a:ext cx="10726661" cy="4814850"/>
            <a:chOff x="-321129" y="118750"/>
            <a:chExt cx="10726661" cy="4814850"/>
          </a:xfrm>
        </p:grpSpPr>
        <p:pic>
          <p:nvPicPr>
            <p:cNvPr id="193" name="Google Shape;193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321129" y="3036837"/>
              <a:ext cx="847392" cy="8474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548882" y="118750"/>
              <a:ext cx="1856650" cy="185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548876" y="4206075"/>
              <a:ext cx="727525" cy="727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18"/>
          <p:cNvGrpSpPr/>
          <p:nvPr/>
        </p:nvGrpSpPr>
        <p:grpSpPr>
          <a:xfrm flipH="1">
            <a:off x="-1104722" y="1735322"/>
            <a:ext cx="1692728" cy="1692747"/>
            <a:chOff x="4109629" y="2630250"/>
            <a:chExt cx="872990" cy="873000"/>
          </a:xfrm>
        </p:grpSpPr>
        <p:pic>
          <p:nvPicPr>
            <p:cNvPr id="197" name="Google Shape;197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09629" y="2630250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8"/>
            <p:cNvSpPr/>
            <p:nvPr/>
          </p:nvSpPr>
          <p:spPr>
            <a:xfrm>
              <a:off x="4128845" y="2649466"/>
              <a:ext cx="834600" cy="83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199" name="Google Shape;19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subTitle" idx="1"/>
          </p:nvPr>
        </p:nvSpPr>
        <p:spPr>
          <a:xfrm>
            <a:off x="714975" y="1965175"/>
            <a:ext cx="25767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subTitle" idx="2"/>
          </p:nvPr>
        </p:nvSpPr>
        <p:spPr>
          <a:xfrm>
            <a:off x="714975" y="2374349"/>
            <a:ext cx="25767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subTitle" idx="3"/>
          </p:nvPr>
        </p:nvSpPr>
        <p:spPr>
          <a:xfrm>
            <a:off x="3283650" y="3342374"/>
            <a:ext cx="25767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ubTitle" idx="4"/>
          </p:nvPr>
        </p:nvSpPr>
        <p:spPr>
          <a:xfrm>
            <a:off x="5860350" y="2374349"/>
            <a:ext cx="25767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subTitle" idx="5"/>
          </p:nvPr>
        </p:nvSpPr>
        <p:spPr>
          <a:xfrm>
            <a:off x="3283660" y="2933200"/>
            <a:ext cx="25767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6"/>
          </p:nvPr>
        </p:nvSpPr>
        <p:spPr>
          <a:xfrm>
            <a:off x="5860349" y="1965175"/>
            <a:ext cx="25767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0"/>
          <p:cNvGrpSpPr/>
          <p:nvPr/>
        </p:nvGrpSpPr>
        <p:grpSpPr>
          <a:xfrm>
            <a:off x="-379926" y="-812514"/>
            <a:ext cx="9891425" cy="6053287"/>
            <a:chOff x="-379926" y="-812514"/>
            <a:chExt cx="9891425" cy="6053287"/>
          </a:xfrm>
        </p:grpSpPr>
        <p:pic>
          <p:nvPicPr>
            <p:cNvPr id="223" name="Google Shape;223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379926" y="104275"/>
              <a:ext cx="1000825" cy="1000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25675" y="-812514"/>
              <a:ext cx="1485825" cy="148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45967" y="4702496"/>
              <a:ext cx="538265" cy="538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20"/>
          <p:cNvGrpSpPr/>
          <p:nvPr/>
        </p:nvGrpSpPr>
        <p:grpSpPr>
          <a:xfrm>
            <a:off x="6" y="-774847"/>
            <a:ext cx="9555452" cy="2095146"/>
            <a:chOff x="6" y="-774847"/>
            <a:chExt cx="9555452" cy="2095146"/>
          </a:xfrm>
        </p:grpSpPr>
        <p:grpSp>
          <p:nvGrpSpPr>
            <p:cNvPr id="227" name="Google Shape;227;p20"/>
            <p:cNvGrpSpPr/>
            <p:nvPr/>
          </p:nvGrpSpPr>
          <p:grpSpPr>
            <a:xfrm>
              <a:off x="6" y="-774847"/>
              <a:ext cx="1309824" cy="1309840"/>
              <a:chOff x="1351185" y="2656117"/>
              <a:chExt cx="821257" cy="821268"/>
            </a:xfrm>
          </p:grpSpPr>
          <p:pic>
            <p:nvPicPr>
              <p:cNvPr id="228" name="Google Shape;228;p2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351185" y="2656117"/>
                <a:ext cx="821257" cy="821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20"/>
              <p:cNvSpPr/>
              <p:nvPr/>
            </p:nvSpPr>
            <p:spPr>
              <a:xfrm>
                <a:off x="1388300" y="2693250"/>
                <a:ext cx="747000" cy="74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30" name="Google Shape;230;p20"/>
            <p:cNvGrpSpPr/>
            <p:nvPr/>
          </p:nvGrpSpPr>
          <p:grpSpPr>
            <a:xfrm>
              <a:off x="8680102" y="445029"/>
              <a:ext cx="875357" cy="875270"/>
              <a:chOff x="3451421" y="3574675"/>
              <a:chExt cx="873000" cy="873000"/>
            </a:xfrm>
          </p:grpSpPr>
          <p:pic>
            <p:nvPicPr>
              <p:cNvPr id="231" name="Google Shape;231;p20"/>
              <p:cNvPicPr preferRelativeResize="0"/>
              <p:nvPr/>
            </p:nvPicPr>
            <p:blipFill rotWithShape="1">
              <a:blip r:embed="rId5">
                <a:alphaModFix/>
              </a:blip>
              <a:srcRect l="3401" t="3401" r="3410" b="3410"/>
              <a:stretch/>
            </p:blipFill>
            <p:spPr>
              <a:xfrm>
                <a:off x="3451421" y="3574675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32" name="Google Shape;232;p20"/>
              <p:cNvSpPr/>
              <p:nvPr/>
            </p:nvSpPr>
            <p:spPr>
              <a:xfrm>
                <a:off x="3466288" y="3589525"/>
                <a:ext cx="843300" cy="84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233" name="Google Shape;23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1"/>
          </p:nvPr>
        </p:nvSpPr>
        <p:spPr>
          <a:xfrm>
            <a:off x="1388050" y="1255797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subTitle" idx="2"/>
          </p:nvPr>
        </p:nvSpPr>
        <p:spPr>
          <a:xfrm>
            <a:off x="1388050" y="1781700"/>
            <a:ext cx="2967000" cy="9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3"/>
          </p:nvPr>
        </p:nvSpPr>
        <p:spPr>
          <a:xfrm>
            <a:off x="5237575" y="1781700"/>
            <a:ext cx="2967000" cy="9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4"/>
          </p:nvPr>
        </p:nvSpPr>
        <p:spPr>
          <a:xfrm>
            <a:off x="1388050" y="3505050"/>
            <a:ext cx="2967000" cy="9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5"/>
          </p:nvPr>
        </p:nvSpPr>
        <p:spPr>
          <a:xfrm>
            <a:off x="5237576" y="3505051"/>
            <a:ext cx="2967000" cy="9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6"/>
          </p:nvPr>
        </p:nvSpPr>
        <p:spPr>
          <a:xfrm>
            <a:off x="1388050" y="297915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7"/>
          </p:nvPr>
        </p:nvSpPr>
        <p:spPr>
          <a:xfrm>
            <a:off x="5237575" y="1255797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8"/>
          </p:nvPr>
        </p:nvSpPr>
        <p:spPr>
          <a:xfrm>
            <a:off x="5237575" y="297916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1"/>
          <p:cNvGrpSpPr/>
          <p:nvPr/>
        </p:nvGrpSpPr>
        <p:grpSpPr>
          <a:xfrm>
            <a:off x="-582800" y="234175"/>
            <a:ext cx="10114524" cy="5101175"/>
            <a:chOff x="-582800" y="234175"/>
            <a:chExt cx="10114524" cy="5101175"/>
          </a:xfrm>
        </p:grpSpPr>
        <p:pic>
          <p:nvPicPr>
            <p:cNvPr id="244" name="Google Shape;244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582800" y="234175"/>
              <a:ext cx="1219900" cy="1219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92299" y="4395905"/>
              <a:ext cx="939425" cy="9394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21"/>
          <p:cNvGrpSpPr/>
          <p:nvPr/>
        </p:nvGrpSpPr>
        <p:grpSpPr>
          <a:xfrm>
            <a:off x="94293" y="-600280"/>
            <a:ext cx="8985543" cy="6672301"/>
            <a:chOff x="94293" y="-600280"/>
            <a:chExt cx="8985543" cy="6672301"/>
          </a:xfrm>
        </p:grpSpPr>
        <p:grpSp>
          <p:nvGrpSpPr>
            <p:cNvPr id="247" name="Google Shape;247;p21"/>
            <p:cNvGrpSpPr/>
            <p:nvPr/>
          </p:nvGrpSpPr>
          <p:grpSpPr>
            <a:xfrm>
              <a:off x="7777946" y="4770116"/>
              <a:ext cx="1301890" cy="1301905"/>
              <a:chOff x="6187747" y="3574675"/>
              <a:chExt cx="872990" cy="873000"/>
            </a:xfrm>
          </p:grpSpPr>
          <p:pic>
            <p:nvPicPr>
              <p:cNvPr id="248" name="Google Shape;248;p2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87747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9" name="Google Shape;249;p21"/>
              <p:cNvSpPr/>
              <p:nvPr/>
            </p:nvSpPr>
            <p:spPr>
              <a:xfrm>
                <a:off x="6215195" y="3601035"/>
                <a:ext cx="818100" cy="820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50" name="Google Shape;250;p21"/>
            <p:cNvGrpSpPr/>
            <p:nvPr/>
          </p:nvGrpSpPr>
          <p:grpSpPr>
            <a:xfrm>
              <a:off x="94293" y="-291389"/>
              <a:ext cx="899442" cy="899452"/>
              <a:chOff x="4819589" y="3574675"/>
              <a:chExt cx="872990" cy="873000"/>
            </a:xfrm>
          </p:grpSpPr>
          <p:pic>
            <p:nvPicPr>
              <p:cNvPr id="251" name="Google Shape;251;p2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819589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21"/>
              <p:cNvSpPr/>
              <p:nvPr/>
            </p:nvSpPr>
            <p:spPr>
              <a:xfrm>
                <a:off x="4845500" y="3600525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53" name="Google Shape;253;p21"/>
            <p:cNvGrpSpPr/>
            <p:nvPr/>
          </p:nvGrpSpPr>
          <p:grpSpPr>
            <a:xfrm>
              <a:off x="7959187" y="-600280"/>
              <a:ext cx="939425" cy="939435"/>
              <a:chOff x="4109629" y="2630250"/>
              <a:chExt cx="872990" cy="873000"/>
            </a:xfrm>
          </p:grpSpPr>
          <p:pic>
            <p:nvPicPr>
              <p:cNvPr id="254" name="Google Shape;254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5" name="Google Shape;255;p21"/>
              <p:cNvSpPr/>
              <p:nvPr/>
            </p:nvSpPr>
            <p:spPr>
              <a:xfrm>
                <a:off x="4135475" y="26561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subTitle" idx="1"/>
          </p:nvPr>
        </p:nvSpPr>
        <p:spPr>
          <a:xfrm>
            <a:off x="722575" y="1776338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ubTitle" idx="2"/>
          </p:nvPr>
        </p:nvSpPr>
        <p:spPr>
          <a:xfrm>
            <a:off x="3303890" y="1776338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3"/>
          </p:nvPr>
        </p:nvSpPr>
        <p:spPr>
          <a:xfrm>
            <a:off x="5883593" y="1776338"/>
            <a:ext cx="25404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4"/>
          </p:nvPr>
        </p:nvSpPr>
        <p:spPr>
          <a:xfrm>
            <a:off x="722575" y="3496275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5"/>
          </p:nvPr>
        </p:nvSpPr>
        <p:spPr>
          <a:xfrm>
            <a:off x="3303890" y="3496275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6"/>
          </p:nvPr>
        </p:nvSpPr>
        <p:spPr>
          <a:xfrm>
            <a:off x="5883593" y="3496275"/>
            <a:ext cx="25404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7"/>
          </p:nvPr>
        </p:nvSpPr>
        <p:spPr>
          <a:xfrm>
            <a:off x="722575" y="13297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8"/>
          </p:nvPr>
        </p:nvSpPr>
        <p:spPr>
          <a:xfrm>
            <a:off x="3303892" y="13297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subTitle" idx="9"/>
          </p:nvPr>
        </p:nvSpPr>
        <p:spPr>
          <a:xfrm>
            <a:off x="5883598" y="1329725"/>
            <a:ext cx="25404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13"/>
          </p:nvPr>
        </p:nvSpPr>
        <p:spPr>
          <a:xfrm>
            <a:off x="722575" y="30641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14"/>
          </p:nvPr>
        </p:nvSpPr>
        <p:spPr>
          <a:xfrm>
            <a:off x="3302572" y="30641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subTitle" idx="15"/>
          </p:nvPr>
        </p:nvSpPr>
        <p:spPr>
          <a:xfrm>
            <a:off x="5883901" y="30641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/>
        </p:nvSpPr>
        <p:spPr>
          <a:xfrm>
            <a:off x="2382300" y="3840800"/>
            <a:ext cx="43794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71" name="Google Shape;271;p22"/>
          <p:cNvGrpSpPr/>
          <p:nvPr/>
        </p:nvGrpSpPr>
        <p:grpSpPr>
          <a:xfrm>
            <a:off x="-484026" y="-966625"/>
            <a:ext cx="10370727" cy="7443600"/>
            <a:chOff x="-484026" y="-966625"/>
            <a:chExt cx="10370727" cy="7443600"/>
          </a:xfrm>
        </p:grpSpPr>
        <p:pic>
          <p:nvPicPr>
            <p:cNvPr id="272" name="Google Shape;272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636215" y="286100"/>
              <a:ext cx="2250485" cy="225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2"/>
            <p:cNvPicPr preferRelativeResize="0"/>
            <p:nvPr/>
          </p:nvPicPr>
          <p:blipFill rotWithShape="1">
            <a:blip r:embed="rId6">
              <a:alphaModFix/>
            </a:blip>
            <a:srcRect l="3401" t="3401" r="3410" b="3410"/>
            <a:stretch/>
          </p:blipFill>
          <p:spPr>
            <a:xfrm>
              <a:off x="456055" y="-966625"/>
              <a:ext cx="1926300" cy="19263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74" name="Google Shape;274;p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86476" y="4503125"/>
              <a:ext cx="1973825" cy="1973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484026" y="2073600"/>
              <a:ext cx="2151238" cy="2151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22"/>
          <p:cNvGrpSpPr/>
          <p:nvPr/>
        </p:nvGrpSpPr>
        <p:grpSpPr>
          <a:xfrm>
            <a:off x="-484037" y="-624688"/>
            <a:ext cx="9609197" cy="5469918"/>
            <a:chOff x="-484037" y="-624688"/>
            <a:chExt cx="9609197" cy="5469918"/>
          </a:xfrm>
        </p:grpSpPr>
        <p:grpSp>
          <p:nvGrpSpPr>
            <p:cNvPr id="277" name="Google Shape;277;p22"/>
            <p:cNvGrpSpPr/>
            <p:nvPr/>
          </p:nvGrpSpPr>
          <p:grpSpPr>
            <a:xfrm rot="-2700000">
              <a:off x="7794318" y="2418166"/>
              <a:ext cx="1102505" cy="1102505"/>
              <a:chOff x="2704540" y="2630250"/>
              <a:chExt cx="873000" cy="873000"/>
            </a:xfrm>
          </p:grpSpPr>
          <p:pic>
            <p:nvPicPr>
              <p:cNvPr id="278" name="Google Shape;278;p22"/>
              <p:cNvPicPr preferRelativeResize="0"/>
              <p:nvPr/>
            </p:nvPicPr>
            <p:blipFill rotWithShape="1">
              <a:blip r:embed="rId5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79" name="Google Shape;279;p22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80" name="Google Shape;280;p22"/>
            <p:cNvGrpSpPr/>
            <p:nvPr/>
          </p:nvGrpSpPr>
          <p:grpSpPr>
            <a:xfrm>
              <a:off x="6621644" y="-624688"/>
              <a:ext cx="1102499" cy="1102512"/>
              <a:chOff x="4109629" y="2630250"/>
              <a:chExt cx="872990" cy="873000"/>
            </a:xfrm>
          </p:grpSpPr>
          <p:pic>
            <p:nvPicPr>
              <p:cNvPr id="281" name="Google Shape;281;p2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2" name="Google Shape;282;p22"/>
              <p:cNvSpPr/>
              <p:nvPr/>
            </p:nvSpPr>
            <p:spPr>
              <a:xfrm>
                <a:off x="4135475" y="26561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83" name="Google Shape;283;p22"/>
            <p:cNvGrpSpPr/>
            <p:nvPr/>
          </p:nvGrpSpPr>
          <p:grpSpPr>
            <a:xfrm rot="10800000">
              <a:off x="1108147" y="3742719"/>
              <a:ext cx="1102499" cy="1102512"/>
              <a:chOff x="4819589" y="3574675"/>
              <a:chExt cx="872990" cy="873000"/>
            </a:xfrm>
          </p:grpSpPr>
          <p:pic>
            <p:nvPicPr>
              <p:cNvPr id="284" name="Google Shape;284;p22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819589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5" name="Google Shape;285;p22"/>
              <p:cNvSpPr/>
              <p:nvPr/>
            </p:nvSpPr>
            <p:spPr>
              <a:xfrm>
                <a:off x="4845500" y="3600525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86" name="Google Shape;286;p22"/>
            <p:cNvGrpSpPr/>
            <p:nvPr/>
          </p:nvGrpSpPr>
          <p:grpSpPr>
            <a:xfrm>
              <a:off x="-484037" y="477819"/>
              <a:ext cx="1102512" cy="1102512"/>
              <a:chOff x="3451421" y="3574675"/>
              <a:chExt cx="873000" cy="873000"/>
            </a:xfrm>
          </p:grpSpPr>
          <p:pic>
            <p:nvPicPr>
              <p:cNvPr id="287" name="Google Shape;287;p22"/>
              <p:cNvPicPr preferRelativeResize="0"/>
              <p:nvPr/>
            </p:nvPicPr>
            <p:blipFill rotWithShape="1">
              <a:blip r:embed="rId6">
                <a:alphaModFix/>
              </a:blip>
              <a:srcRect l="3401" t="3401" r="3410" b="3410"/>
              <a:stretch/>
            </p:blipFill>
            <p:spPr>
              <a:xfrm>
                <a:off x="3451421" y="3574675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88" name="Google Shape;288;p22"/>
              <p:cNvSpPr/>
              <p:nvPr/>
            </p:nvSpPr>
            <p:spPr>
              <a:xfrm>
                <a:off x="3466288" y="3589525"/>
                <a:ext cx="843300" cy="84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289" name="Google Shape;289;p22"/>
          <p:cNvSpPr txBox="1">
            <a:spLocks noGrp="1"/>
          </p:cNvSpPr>
          <p:nvPr>
            <p:ph type="ctrTitle"/>
          </p:nvPr>
        </p:nvSpPr>
        <p:spPr>
          <a:xfrm>
            <a:off x="2382250" y="763200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1"/>
          </p:nvPr>
        </p:nvSpPr>
        <p:spPr>
          <a:xfrm>
            <a:off x="2382350" y="1659025"/>
            <a:ext cx="4379400" cy="11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3"/>
          <p:cNvGrpSpPr/>
          <p:nvPr/>
        </p:nvGrpSpPr>
        <p:grpSpPr>
          <a:xfrm>
            <a:off x="589200" y="-590351"/>
            <a:ext cx="1560389" cy="6480282"/>
            <a:chOff x="589200" y="-590351"/>
            <a:chExt cx="1560389" cy="6480282"/>
          </a:xfrm>
        </p:grpSpPr>
        <p:grpSp>
          <p:nvGrpSpPr>
            <p:cNvPr id="293" name="Google Shape;293;p23"/>
            <p:cNvGrpSpPr/>
            <p:nvPr/>
          </p:nvGrpSpPr>
          <p:grpSpPr>
            <a:xfrm>
              <a:off x="589200" y="-590351"/>
              <a:ext cx="1560389" cy="1560408"/>
              <a:chOff x="1351185" y="2656117"/>
              <a:chExt cx="821257" cy="821268"/>
            </a:xfrm>
          </p:grpSpPr>
          <p:pic>
            <p:nvPicPr>
              <p:cNvPr id="294" name="Google Shape;294;p2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351185" y="2656117"/>
                <a:ext cx="821257" cy="821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5" name="Google Shape;295;p23"/>
              <p:cNvSpPr/>
              <p:nvPr/>
            </p:nvSpPr>
            <p:spPr>
              <a:xfrm>
                <a:off x="1388300" y="2693250"/>
                <a:ext cx="747000" cy="74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96" name="Google Shape;296;p23"/>
            <p:cNvGrpSpPr/>
            <p:nvPr/>
          </p:nvGrpSpPr>
          <p:grpSpPr>
            <a:xfrm>
              <a:off x="865884" y="4885545"/>
              <a:ext cx="1004375" cy="1004387"/>
              <a:chOff x="7555905" y="3574675"/>
              <a:chExt cx="872990" cy="873000"/>
            </a:xfrm>
          </p:grpSpPr>
          <p:pic>
            <p:nvPicPr>
              <p:cNvPr id="297" name="Google Shape;297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555905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8" name="Google Shape;298;p23"/>
              <p:cNvSpPr/>
              <p:nvPr/>
            </p:nvSpPr>
            <p:spPr>
              <a:xfrm>
                <a:off x="7577525" y="3596300"/>
                <a:ext cx="830100" cy="830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299" name="Google Shape;299;p23"/>
          <p:cNvGrpSpPr/>
          <p:nvPr/>
        </p:nvGrpSpPr>
        <p:grpSpPr>
          <a:xfrm>
            <a:off x="-859609" y="-1141088"/>
            <a:ext cx="10434934" cy="7031088"/>
            <a:chOff x="-859609" y="-1141088"/>
            <a:chExt cx="10434934" cy="7031088"/>
          </a:xfrm>
        </p:grpSpPr>
        <p:pic>
          <p:nvPicPr>
            <p:cNvPr id="300" name="Google Shape;300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04472" y="3410692"/>
              <a:ext cx="821257" cy="8212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5690" y="-590350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3"/>
            <p:cNvPicPr preferRelativeResize="0"/>
            <p:nvPr/>
          </p:nvPicPr>
          <p:blipFill rotWithShape="1">
            <a:blip r:embed="rId5">
              <a:alphaModFix/>
            </a:blip>
            <a:srcRect l="3401" t="3401" r="3410" b="3410"/>
            <a:stretch/>
          </p:blipFill>
          <p:spPr>
            <a:xfrm>
              <a:off x="7540124" y="3854800"/>
              <a:ext cx="2035200" cy="20352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03" name="Google Shape;303;p23"/>
            <p:cNvPicPr preferRelativeResize="0"/>
            <p:nvPr/>
          </p:nvPicPr>
          <p:blipFill rotWithShape="1">
            <a:blip r:embed="rId6">
              <a:alphaModFix/>
            </a:blip>
            <a:srcRect l="2606" t="2606" r="2606" b="2606"/>
            <a:stretch/>
          </p:blipFill>
          <p:spPr>
            <a:xfrm>
              <a:off x="6741033" y="-1141088"/>
              <a:ext cx="1734300" cy="17343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04" name="Google Shape;304;p2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859609" y="198325"/>
              <a:ext cx="2520075" cy="2520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" name="Google Shape;305;p23"/>
          <p:cNvGrpSpPr/>
          <p:nvPr/>
        </p:nvGrpSpPr>
        <p:grpSpPr>
          <a:xfrm>
            <a:off x="160296" y="198319"/>
            <a:ext cx="9335330" cy="3812349"/>
            <a:chOff x="160296" y="198319"/>
            <a:chExt cx="9335330" cy="3812349"/>
          </a:xfrm>
        </p:grpSpPr>
        <p:grpSp>
          <p:nvGrpSpPr>
            <p:cNvPr id="306" name="Google Shape;306;p23"/>
            <p:cNvGrpSpPr/>
            <p:nvPr/>
          </p:nvGrpSpPr>
          <p:grpSpPr>
            <a:xfrm>
              <a:off x="8393114" y="2908156"/>
              <a:ext cx="1102512" cy="1102512"/>
              <a:chOff x="6919815" y="2656128"/>
              <a:chExt cx="873000" cy="873000"/>
            </a:xfrm>
          </p:grpSpPr>
          <p:pic>
            <p:nvPicPr>
              <p:cNvPr id="307" name="Google Shape;307;p23"/>
              <p:cNvPicPr preferRelativeResize="0"/>
              <p:nvPr/>
            </p:nvPicPr>
            <p:blipFill rotWithShape="1">
              <a:blip r:embed="rId8">
                <a:alphaModFix/>
              </a:blip>
              <a:srcRect l="2794" t="2794" r="2803" b="2803"/>
              <a:stretch/>
            </p:blipFill>
            <p:spPr>
              <a:xfrm>
                <a:off x="6919815" y="2656128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08" name="Google Shape;308;p23"/>
              <p:cNvSpPr/>
              <p:nvPr/>
            </p:nvSpPr>
            <p:spPr>
              <a:xfrm>
                <a:off x="6934350" y="2667600"/>
                <a:ext cx="843900" cy="84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09" name="Google Shape;309;p23"/>
            <p:cNvGrpSpPr/>
            <p:nvPr/>
          </p:nvGrpSpPr>
          <p:grpSpPr>
            <a:xfrm>
              <a:off x="7877647" y="198319"/>
              <a:ext cx="1102499" cy="1102512"/>
              <a:chOff x="6187747" y="3574675"/>
              <a:chExt cx="872990" cy="873000"/>
            </a:xfrm>
          </p:grpSpPr>
          <p:pic>
            <p:nvPicPr>
              <p:cNvPr id="310" name="Google Shape;310;p23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187747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p23"/>
              <p:cNvSpPr/>
              <p:nvPr/>
            </p:nvSpPr>
            <p:spPr>
              <a:xfrm>
                <a:off x="6216900" y="3603838"/>
                <a:ext cx="814800" cy="81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12" name="Google Shape;312;p23"/>
            <p:cNvGrpSpPr/>
            <p:nvPr/>
          </p:nvGrpSpPr>
          <p:grpSpPr>
            <a:xfrm>
              <a:off x="160296" y="2026607"/>
              <a:ext cx="1580199" cy="1580130"/>
              <a:chOff x="715105" y="3574675"/>
              <a:chExt cx="872990" cy="873000"/>
            </a:xfrm>
          </p:grpSpPr>
          <p:pic>
            <p:nvPicPr>
              <p:cNvPr id="313" name="Google Shape;313;p2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15105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" name="Google Shape;314;p23"/>
              <p:cNvSpPr/>
              <p:nvPr/>
            </p:nvSpPr>
            <p:spPr>
              <a:xfrm>
                <a:off x="740924" y="36005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4"/>
          <p:cNvGrpSpPr/>
          <p:nvPr/>
        </p:nvGrpSpPr>
        <p:grpSpPr>
          <a:xfrm>
            <a:off x="-296985" y="242847"/>
            <a:ext cx="10483711" cy="5110028"/>
            <a:chOff x="-296985" y="242847"/>
            <a:chExt cx="10483711" cy="5110028"/>
          </a:xfrm>
        </p:grpSpPr>
        <p:pic>
          <p:nvPicPr>
            <p:cNvPr id="317" name="Google Shape;317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072215" y="728916"/>
              <a:ext cx="873000" cy="87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3438" y="4316500"/>
              <a:ext cx="1036375" cy="103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6451" y="728923"/>
              <a:ext cx="733025" cy="73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296985" y="1754216"/>
              <a:ext cx="2024150" cy="2024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00074" y="242847"/>
              <a:ext cx="644750" cy="644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46875" y="2011438"/>
              <a:ext cx="2639850" cy="263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3" name="Google Shape;323;p24"/>
          <p:cNvGrpSpPr/>
          <p:nvPr/>
        </p:nvGrpSpPr>
        <p:grpSpPr>
          <a:xfrm>
            <a:off x="434597" y="-624051"/>
            <a:ext cx="8724353" cy="6440702"/>
            <a:chOff x="434597" y="-624051"/>
            <a:chExt cx="8724353" cy="6440702"/>
          </a:xfrm>
        </p:grpSpPr>
        <p:grpSp>
          <p:nvGrpSpPr>
            <p:cNvPr id="324" name="Google Shape;324;p24"/>
            <p:cNvGrpSpPr/>
            <p:nvPr/>
          </p:nvGrpSpPr>
          <p:grpSpPr>
            <a:xfrm>
              <a:off x="434597" y="-624038"/>
              <a:ext cx="1102512" cy="1102512"/>
              <a:chOff x="2704540" y="2630250"/>
              <a:chExt cx="873000" cy="873000"/>
            </a:xfrm>
          </p:grpSpPr>
          <p:pic>
            <p:nvPicPr>
              <p:cNvPr id="325" name="Google Shape;325;p24"/>
              <p:cNvPicPr preferRelativeResize="0"/>
              <p:nvPr/>
            </p:nvPicPr>
            <p:blipFill rotWithShape="1">
              <a:blip r:embed="rId8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26" name="Google Shape;326;p24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27" name="Google Shape;327;p24"/>
            <p:cNvGrpSpPr/>
            <p:nvPr/>
          </p:nvGrpSpPr>
          <p:grpSpPr>
            <a:xfrm>
              <a:off x="7731369" y="1055512"/>
              <a:ext cx="1102499" cy="1102512"/>
              <a:chOff x="4109629" y="2630250"/>
              <a:chExt cx="872990" cy="873000"/>
            </a:xfrm>
          </p:grpSpPr>
          <p:pic>
            <p:nvPicPr>
              <p:cNvPr id="328" name="Google Shape;328;p2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24"/>
              <p:cNvSpPr/>
              <p:nvPr/>
            </p:nvSpPr>
            <p:spPr>
              <a:xfrm>
                <a:off x="4135475" y="26561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30" name="Google Shape;330;p24"/>
            <p:cNvGrpSpPr/>
            <p:nvPr/>
          </p:nvGrpSpPr>
          <p:grpSpPr>
            <a:xfrm>
              <a:off x="7844760" y="4714139"/>
              <a:ext cx="1102512" cy="1102512"/>
              <a:chOff x="5514717" y="2630250"/>
              <a:chExt cx="873000" cy="873000"/>
            </a:xfrm>
          </p:grpSpPr>
          <p:pic>
            <p:nvPicPr>
              <p:cNvPr id="331" name="Google Shape;331;p24"/>
              <p:cNvPicPr preferRelativeResize="0"/>
              <p:nvPr/>
            </p:nvPicPr>
            <p:blipFill rotWithShape="1">
              <a:blip r:embed="rId9">
                <a:alphaModFix/>
              </a:blip>
              <a:srcRect l="2606" t="2606" r="2606" b="2606"/>
              <a:stretch/>
            </p:blipFill>
            <p:spPr>
              <a:xfrm>
                <a:off x="5514717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4"/>
              <p:cNvSpPr/>
              <p:nvPr/>
            </p:nvSpPr>
            <p:spPr>
              <a:xfrm>
                <a:off x="5528263" y="2643763"/>
                <a:ext cx="846000" cy="846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33" name="Google Shape;333;p24"/>
            <p:cNvGrpSpPr/>
            <p:nvPr/>
          </p:nvGrpSpPr>
          <p:grpSpPr>
            <a:xfrm rot="10800000">
              <a:off x="869472" y="3504894"/>
              <a:ext cx="1102499" cy="1102512"/>
              <a:chOff x="4819589" y="3574675"/>
              <a:chExt cx="872990" cy="873000"/>
            </a:xfrm>
          </p:grpSpPr>
          <p:pic>
            <p:nvPicPr>
              <p:cNvPr id="334" name="Google Shape;334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819589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" name="Google Shape;335;p24"/>
              <p:cNvSpPr/>
              <p:nvPr/>
            </p:nvSpPr>
            <p:spPr>
              <a:xfrm>
                <a:off x="4845500" y="3600525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36" name="Google Shape;336;p24"/>
            <p:cNvGrpSpPr/>
            <p:nvPr/>
          </p:nvGrpSpPr>
          <p:grpSpPr>
            <a:xfrm>
              <a:off x="8285950" y="-624051"/>
              <a:ext cx="873000" cy="873000"/>
              <a:chOff x="3451421" y="3574675"/>
              <a:chExt cx="873000" cy="873000"/>
            </a:xfrm>
          </p:grpSpPr>
          <p:pic>
            <p:nvPicPr>
              <p:cNvPr id="337" name="Google Shape;337;p24"/>
              <p:cNvPicPr preferRelativeResize="0"/>
              <p:nvPr/>
            </p:nvPicPr>
            <p:blipFill rotWithShape="1">
              <a:blip r:embed="rId10">
                <a:alphaModFix/>
              </a:blip>
              <a:srcRect l="3401" t="3401" r="3410" b="3410"/>
              <a:stretch/>
            </p:blipFill>
            <p:spPr>
              <a:xfrm>
                <a:off x="3451421" y="3574675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p24"/>
              <p:cNvSpPr/>
              <p:nvPr/>
            </p:nvSpPr>
            <p:spPr>
              <a:xfrm>
                <a:off x="3466288" y="3589525"/>
                <a:ext cx="843300" cy="84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4" r:id="rId11"/>
    <p:sldLayoutId id="2147483666" r:id="rId12"/>
    <p:sldLayoutId id="2147483667" r:id="rId13"/>
    <p:sldLayoutId id="2147483668" r:id="rId14"/>
    <p:sldLayoutId id="2147483669" r:id="rId15"/>
    <p:sldLayoutId id="214748367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>
            <a:spLocks noGrp="1"/>
          </p:cNvSpPr>
          <p:nvPr>
            <p:ph type="ctrTitle"/>
          </p:nvPr>
        </p:nvSpPr>
        <p:spPr>
          <a:xfrm>
            <a:off x="715100" y="380144"/>
            <a:ext cx="4410000" cy="26212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MaCHINE learning Model </a:t>
            </a:r>
            <a:br>
              <a:rPr lang="en" dirty="0" smtClean="0"/>
            </a:br>
            <a:r>
              <a:rPr lang="en" dirty="0" smtClean="0"/>
              <a:t>Used CARS</a:t>
            </a:r>
            <a:endParaRPr dirty="0"/>
          </a:p>
        </p:txBody>
      </p:sp>
      <p:sp>
        <p:nvSpPr>
          <p:cNvPr id="350" name="Google Shape;350;p28"/>
          <p:cNvSpPr txBox="1">
            <a:spLocks noGrp="1"/>
          </p:cNvSpPr>
          <p:nvPr>
            <p:ph type="subTitle" idx="1"/>
          </p:nvPr>
        </p:nvSpPr>
        <p:spPr>
          <a:xfrm>
            <a:off x="715100" y="3001375"/>
            <a:ext cx="4410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351" name="Google Shape;351;p28"/>
          <p:cNvGrpSpPr/>
          <p:nvPr/>
        </p:nvGrpSpPr>
        <p:grpSpPr>
          <a:xfrm>
            <a:off x="5155193" y="1772475"/>
            <a:ext cx="3610757" cy="3814450"/>
            <a:chOff x="5155193" y="1772475"/>
            <a:chExt cx="3610757" cy="3814450"/>
          </a:xfrm>
        </p:grpSpPr>
        <p:pic>
          <p:nvPicPr>
            <p:cNvPr id="352" name="Google Shape;352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93225" y="4605975"/>
              <a:ext cx="980925" cy="98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86825" y="1772475"/>
              <a:ext cx="2479125" cy="24791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4" name="Google Shape;354;p28"/>
            <p:cNvGrpSpPr/>
            <p:nvPr/>
          </p:nvGrpSpPr>
          <p:grpSpPr>
            <a:xfrm>
              <a:off x="5155193" y="3291596"/>
              <a:ext cx="1959426" cy="1959448"/>
              <a:chOff x="4109629" y="2630250"/>
              <a:chExt cx="872990" cy="873000"/>
            </a:xfrm>
          </p:grpSpPr>
          <p:pic>
            <p:nvPicPr>
              <p:cNvPr id="355" name="Google Shape;355;p2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6" name="Google Shape;356;p28"/>
              <p:cNvSpPr/>
              <p:nvPr/>
            </p:nvSpPr>
            <p:spPr>
              <a:xfrm>
                <a:off x="4130460" y="2651081"/>
                <a:ext cx="831600" cy="831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cxnSp>
        <p:nvCxnSpPr>
          <p:cNvPr id="357" name="Google Shape;357;p28"/>
          <p:cNvCxnSpPr/>
          <p:nvPr/>
        </p:nvCxnSpPr>
        <p:spPr>
          <a:xfrm>
            <a:off x="-44000" y="3632950"/>
            <a:ext cx="340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2" name="Google Shape;372;p30"/>
          <p:cNvSpPr txBox="1">
            <a:spLocks noGrp="1"/>
          </p:cNvSpPr>
          <p:nvPr>
            <p:ph type="title" idx="2"/>
          </p:nvPr>
        </p:nvSpPr>
        <p:spPr>
          <a:xfrm>
            <a:off x="720000" y="1471925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3" name="Google Shape;373;p30"/>
          <p:cNvSpPr txBox="1">
            <a:spLocks noGrp="1"/>
          </p:cNvSpPr>
          <p:nvPr>
            <p:ph type="title" idx="3"/>
          </p:nvPr>
        </p:nvSpPr>
        <p:spPr>
          <a:xfrm>
            <a:off x="720000" y="3238474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74" name="Google Shape;374;p30"/>
          <p:cNvSpPr txBox="1">
            <a:spLocks noGrp="1"/>
          </p:cNvSpPr>
          <p:nvPr>
            <p:ph type="title" idx="4"/>
          </p:nvPr>
        </p:nvSpPr>
        <p:spPr>
          <a:xfrm>
            <a:off x="3419275" y="1471925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75" name="Google Shape;375;p30"/>
          <p:cNvSpPr txBox="1">
            <a:spLocks noGrp="1"/>
          </p:cNvSpPr>
          <p:nvPr>
            <p:ph type="title" idx="5"/>
          </p:nvPr>
        </p:nvSpPr>
        <p:spPr>
          <a:xfrm>
            <a:off x="3419275" y="3238471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76" name="Google Shape;376;p30"/>
          <p:cNvSpPr txBox="1">
            <a:spLocks noGrp="1"/>
          </p:cNvSpPr>
          <p:nvPr>
            <p:ph type="title" idx="6"/>
          </p:nvPr>
        </p:nvSpPr>
        <p:spPr>
          <a:xfrm>
            <a:off x="6118550" y="1471925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77" name="Google Shape;377;p30"/>
          <p:cNvSpPr txBox="1">
            <a:spLocks noGrp="1"/>
          </p:cNvSpPr>
          <p:nvPr>
            <p:ph type="title" idx="7"/>
          </p:nvPr>
        </p:nvSpPr>
        <p:spPr>
          <a:xfrm>
            <a:off x="6118550" y="3238471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78" name="Google Shape;378;p30"/>
          <p:cNvSpPr txBox="1">
            <a:spLocks noGrp="1"/>
          </p:cNvSpPr>
          <p:nvPr>
            <p:ph type="subTitle" idx="1"/>
          </p:nvPr>
        </p:nvSpPr>
        <p:spPr>
          <a:xfrm>
            <a:off x="720000" y="1975444"/>
            <a:ext cx="2356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Import</a:t>
            </a:r>
            <a:r>
              <a:rPr lang="en-US" dirty="0" smtClean="0"/>
              <a:t> The Data a CSV file</a:t>
            </a:r>
            <a:endParaRPr dirty="0"/>
          </a:p>
        </p:txBody>
      </p:sp>
      <p:sp>
        <p:nvSpPr>
          <p:cNvPr id="379" name="Google Shape;379;p30"/>
          <p:cNvSpPr txBox="1">
            <a:spLocks noGrp="1"/>
          </p:cNvSpPr>
          <p:nvPr>
            <p:ph type="subTitle" idx="8"/>
          </p:nvPr>
        </p:nvSpPr>
        <p:spPr>
          <a:xfrm>
            <a:off x="3419250" y="1900098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Clean The Data and Organize the columns and It’s Data Types</a:t>
            </a:r>
          </a:p>
        </p:txBody>
      </p:sp>
      <p:sp>
        <p:nvSpPr>
          <p:cNvPr id="380" name="Google Shape;380;p30"/>
          <p:cNvSpPr txBox="1">
            <a:spLocks noGrp="1"/>
          </p:cNvSpPr>
          <p:nvPr>
            <p:ph type="subTitle" idx="9"/>
          </p:nvPr>
        </p:nvSpPr>
        <p:spPr>
          <a:xfrm>
            <a:off x="6118550" y="1975450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Try Different Models to Reach higher accuracy</a:t>
            </a:r>
            <a:endParaRPr lang="en-US" dirty="0"/>
          </a:p>
        </p:txBody>
      </p:sp>
      <p:sp>
        <p:nvSpPr>
          <p:cNvPr id="381" name="Google Shape;381;p30"/>
          <p:cNvSpPr txBox="1">
            <a:spLocks noGrp="1"/>
          </p:cNvSpPr>
          <p:nvPr>
            <p:ph type="subTitle" idx="13"/>
          </p:nvPr>
        </p:nvSpPr>
        <p:spPr>
          <a:xfrm>
            <a:off x="720000" y="3742125"/>
            <a:ext cx="2356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Create a Pickle file to Deployment step</a:t>
            </a:r>
            <a:endParaRPr lang="en-US" dirty="0"/>
          </a:p>
        </p:txBody>
      </p:sp>
      <p:sp>
        <p:nvSpPr>
          <p:cNvPr id="382" name="Google Shape;382;p30"/>
          <p:cNvSpPr txBox="1">
            <a:spLocks noGrp="1"/>
          </p:cNvSpPr>
          <p:nvPr>
            <p:ph type="subTitle" idx="14"/>
          </p:nvPr>
        </p:nvSpPr>
        <p:spPr>
          <a:xfrm>
            <a:off x="3419275" y="3742125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Create an app.py file to start deployment</a:t>
            </a:r>
          </a:p>
        </p:txBody>
      </p:sp>
      <p:sp>
        <p:nvSpPr>
          <p:cNvPr id="383" name="Google Shape;383;p30"/>
          <p:cNvSpPr txBox="1">
            <a:spLocks noGrp="1"/>
          </p:cNvSpPr>
          <p:nvPr>
            <p:ph type="subTitle" idx="15"/>
          </p:nvPr>
        </p:nvSpPr>
        <p:spPr>
          <a:xfrm>
            <a:off x="6118550" y="3742125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Deploy using Streamlit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l="2606" t="2606" r="2606" b="2606"/>
          <a:stretch/>
        </p:blipFill>
        <p:spPr>
          <a:xfrm>
            <a:off x="7374949" y="205200"/>
            <a:ext cx="1579500" cy="1579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89" name="Google Shape;3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675" y="607750"/>
            <a:ext cx="3928000" cy="39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1"/>
          <p:cNvSpPr txBox="1">
            <a:spLocks noGrp="1"/>
          </p:cNvSpPr>
          <p:nvPr>
            <p:ph type="title"/>
          </p:nvPr>
        </p:nvSpPr>
        <p:spPr>
          <a:xfrm>
            <a:off x="720000" y="607750"/>
            <a:ext cx="3852000" cy="10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Used Cars Data Ser</a:t>
            </a:r>
            <a:endParaRPr dirty="0"/>
          </a:p>
        </p:txBody>
      </p:sp>
      <p:sp>
        <p:nvSpPr>
          <p:cNvPr id="391" name="Google Shape;391;p31"/>
          <p:cNvSpPr txBox="1">
            <a:spLocks noGrp="1"/>
          </p:cNvSpPr>
          <p:nvPr>
            <p:ph type="body" idx="1"/>
          </p:nvPr>
        </p:nvSpPr>
        <p:spPr>
          <a:xfrm>
            <a:off x="184563" y="2056736"/>
            <a:ext cx="4922874" cy="18526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/>
              <a:t>Create a Machine Learning model:</a:t>
            </a:r>
            <a:endParaRPr sz="14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" sz="1400" dirty="0" smtClean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 smtClean="0"/>
              <a:t>Clean The Data and Prepare it for Next Steps</a:t>
            </a:r>
            <a:endParaRPr lang="en" sz="1400" dirty="0" smtClean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 smtClean="0"/>
              <a:t>Change datatypes for accurate 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 smtClean="0"/>
              <a:t>Use Diff</a:t>
            </a:r>
            <a:r>
              <a:rPr lang="en-US" sz="1400" dirty="0" smtClean="0"/>
              <a:t>e</a:t>
            </a:r>
            <a:r>
              <a:rPr lang="en" sz="1400" dirty="0" smtClean="0"/>
              <a:t>rent ML models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 smtClean="0"/>
              <a:t>Use Pipeline to create a pkl file for deploymnet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 smtClean="0"/>
              <a:t>Deploy the model Using Streamlit</a:t>
            </a:r>
            <a:endParaRPr sz="1400" dirty="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400" dirty="0"/>
          </a:p>
        </p:txBody>
      </p:sp>
      <p:pic>
        <p:nvPicPr>
          <p:cNvPr id="392" name="Google Shape;392;p31"/>
          <p:cNvPicPr preferRelativeResize="0">
            <a:picLocks noGrp="1"/>
          </p:cNvPicPr>
          <p:nvPr>
            <p:ph type="pic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801" y="1836349"/>
            <a:ext cx="4233874" cy="1577509"/>
          </a:xfrm>
          <a:prstGeom prst="ellipse">
            <a:avLst/>
          </a:prstGeom>
        </p:spPr>
      </p:pic>
      <p:grpSp>
        <p:nvGrpSpPr>
          <p:cNvPr id="393" name="Google Shape;393;p31"/>
          <p:cNvGrpSpPr/>
          <p:nvPr/>
        </p:nvGrpSpPr>
        <p:grpSpPr>
          <a:xfrm>
            <a:off x="4837251" y="3732069"/>
            <a:ext cx="1121879" cy="1121892"/>
            <a:chOff x="2083263" y="3574675"/>
            <a:chExt cx="872990" cy="873000"/>
          </a:xfrm>
        </p:grpSpPr>
        <p:pic>
          <p:nvPicPr>
            <p:cNvPr id="394" name="Google Shape;394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83263" y="3574675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1"/>
            <p:cNvSpPr/>
            <p:nvPr/>
          </p:nvSpPr>
          <p:spPr>
            <a:xfrm>
              <a:off x="2114096" y="3607829"/>
              <a:ext cx="811500" cy="811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>
            <a:spLocks noGrp="1"/>
          </p:cNvSpPr>
          <p:nvPr>
            <p:ph type="title"/>
          </p:nvPr>
        </p:nvSpPr>
        <p:spPr>
          <a:xfrm>
            <a:off x="4572050" y="2229450"/>
            <a:ext cx="385680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Import The Data a CSV file</a:t>
            </a:r>
            <a:endParaRPr lang="en-US" dirty="0"/>
          </a:p>
        </p:txBody>
      </p:sp>
      <p:sp>
        <p:nvSpPr>
          <p:cNvPr id="401" name="Google Shape;401;p32"/>
          <p:cNvSpPr txBox="1">
            <a:spLocks noGrp="1"/>
          </p:cNvSpPr>
          <p:nvPr>
            <p:ph type="title" idx="2"/>
          </p:nvPr>
        </p:nvSpPr>
        <p:spPr>
          <a:xfrm>
            <a:off x="6956376" y="1453350"/>
            <a:ext cx="1472400" cy="7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2" name="Google Shape;402;p32"/>
          <p:cNvGrpSpPr/>
          <p:nvPr/>
        </p:nvGrpSpPr>
        <p:grpSpPr>
          <a:xfrm>
            <a:off x="998924" y="341050"/>
            <a:ext cx="3277476" cy="4461401"/>
            <a:chOff x="998924" y="341050"/>
            <a:chExt cx="3277476" cy="4461401"/>
          </a:xfrm>
        </p:grpSpPr>
        <p:pic>
          <p:nvPicPr>
            <p:cNvPr id="403" name="Google Shape;40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8325" y="341050"/>
              <a:ext cx="1132700" cy="113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8924" y="1030975"/>
              <a:ext cx="3212100" cy="3212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5" name="Google Shape;405;p32"/>
            <p:cNvGrpSpPr/>
            <p:nvPr/>
          </p:nvGrpSpPr>
          <p:grpSpPr>
            <a:xfrm>
              <a:off x="2606876" y="3132925"/>
              <a:ext cx="1669525" cy="1669525"/>
              <a:chOff x="2704540" y="2630250"/>
              <a:chExt cx="873000" cy="873000"/>
            </a:xfrm>
          </p:grpSpPr>
          <p:pic>
            <p:nvPicPr>
              <p:cNvPr id="406" name="Google Shape;406;p32"/>
              <p:cNvPicPr preferRelativeResize="0"/>
              <p:nvPr/>
            </p:nvPicPr>
            <p:blipFill rotWithShape="1">
              <a:blip r:embed="rId4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407" name="Google Shape;407;p32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Import The Dataset</a:t>
            </a:r>
            <a:endParaRPr dirty="0"/>
          </a:p>
        </p:txBody>
      </p:sp>
      <p:sp>
        <p:nvSpPr>
          <p:cNvPr id="417" name="Google Shape;417;p33"/>
          <p:cNvSpPr/>
          <p:nvPr/>
        </p:nvSpPr>
        <p:spPr>
          <a:xfrm>
            <a:off x="348687" y="412228"/>
            <a:ext cx="384576" cy="399725"/>
          </a:xfrm>
          <a:custGeom>
            <a:avLst/>
            <a:gdLst/>
            <a:ahLst/>
            <a:cxnLst/>
            <a:rect l="l" t="t" r="r" b="b"/>
            <a:pathLst>
              <a:path w="663" h="688" extrusionOk="0">
                <a:moveTo>
                  <a:pt x="488" y="146"/>
                </a:moveTo>
                <a:cubicBezTo>
                  <a:pt x="401" y="59"/>
                  <a:pt x="261" y="59"/>
                  <a:pt x="174" y="146"/>
                </a:cubicBezTo>
                <a:cubicBezTo>
                  <a:pt x="133" y="188"/>
                  <a:pt x="110" y="243"/>
                  <a:pt x="110" y="303"/>
                </a:cubicBezTo>
                <a:cubicBezTo>
                  <a:pt x="110" y="362"/>
                  <a:pt x="133" y="417"/>
                  <a:pt x="174" y="459"/>
                </a:cubicBezTo>
                <a:cubicBezTo>
                  <a:pt x="182" y="467"/>
                  <a:pt x="195" y="467"/>
                  <a:pt x="203" y="459"/>
                </a:cubicBezTo>
                <a:cubicBezTo>
                  <a:pt x="211" y="451"/>
                  <a:pt x="211" y="439"/>
                  <a:pt x="203" y="431"/>
                </a:cubicBezTo>
                <a:cubicBezTo>
                  <a:pt x="169" y="397"/>
                  <a:pt x="150" y="351"/>
                  <a:pt x="150" y="303"/>
                </a:cubicBezTo>
                <a:cubicBezTo>
                  <a:pt x="150" y="254"/>
                  <a:pt x="169" y="208"/>
                  <a:pt x="203" y="174"/>
                </a:cubicBezTo>
                <a:cubicBezTo>
                  <a:pt x="274" y="104"/>
                  <a:pt x="389" y="104"/>
                  <a:pt x="459" y="174"/>
                </a:cubicBezTo>
                <a:cubicBezTo>
                  <a:pt x="494" y="208"/>
                  <a:pt x="512" y="254"/>
                  <a:pt x="512" y="303"/>
                </a:cubicBezTo>
                <a:cubicBezTo>
                  <a:pt x="512" y="351"/>
                  <a:pt x="494" y="397"/>
                  <a:pt x="459" y="431"/>
                </a:cubicBezTo>
                <a:cubicBezTo>
                  <a:pt x="452" y="439"/>
                  <a:pt x="452" y="451"/>
                  <a:pt x="459" y="459"/>
                </a:cubicBezTo>
                <a:cubicBezTo>
                  <a:pt x="467" y="467"/>
                  <a:pt x="480" y="467"/>
                  <a:pt x="488" y="459"/>
                </a:cubicBezTo>
                <a:cubicBezTo>
                  <a:pt x="530" y="417"/>
                  <a:pt x="553" y="362"/>
                  <a:pt x="553" y="303"/>
                </a:cubicBezTo>
                <a:cubicBezTo>
                  <a:pt x="553" y="243"/>
                  <a:pt x="530" y="188"/>
                  <a:pt x="488" y="146"/>
                </a:cubicBezTo>
                <a:close/>
                <a:moveTo>
                  <a:pt x="545" y="89"/>
                </a:moveTo>
                <a:cubicBezTo>
                  <a:pt x="488" y="32"/>
                  <a:pt x="412" y="0"/>
                  <a:pt x="331" y="0"/>
                </a:cubicBezTo>
                <a:cubicBezTo>
                  <a:pt x="250" y="0"/>
                  <a:pt x="174" y="32"/>
                  <a:pt x="117" y="89"/>
                </a:cubicBezTo>
                <a:cubicBezTo>
                  <a:pt x="0" y="207"/>
                  <a:pt x="0" y="398"/>
                  <a:pt x="117" y="516"/>
                </a:cubicBezTo>
                <a:cubicBezTo>
                  <a:pt x="125" y="524"/>
                  <a:pt x="138" y="524"/>
                  <a:pt x="146" y="516"/>
                </a:cubicBezTo>
                <a:cubicBezTo>
                  <a:pt x="154" y="508"/>
                  <a:pt x="154" y="496"/>
                  <a:pt x="146" y="488"/>
                </a:cubicBezTo>
                <a:cubicBezTo>
                  <a:pt x="44" y="386"/>
                  <a:pt x="44" y="219"/>
                  <a:pt x="146" y="117"/>
                </a:cubicBezTo>
                <a:cubicBezTo>
                  <a:pt x="195" y="68"/>
                  <a:pt x="261" y="41"/>
                  <a:pt x="331" y="41"/>
                </a:cubicBezTo>
                <a:cubicBezTo>
                  <a:pt x="401" y="41"/>
                  <a:pt x="467" y="68"/>
                  <a:pt x="516" y="117"/>
                </a:cubicBezTo>
                <a:cubicBezTo>
                  <a:pt x="619" y="219"/>
                  <a:pt x="619" y="386"/>
                  <a:pt x="516" y="488"/>
                </a:cubicBezTo>
                <a:cubicBezTo>
                  <a:pt x="509" y="496"/>
                  <a:pt x="509" y="508"/>
                  <a:pt x="516" y="516"/>
                </a:cubicBezTo>
                <a:cubicBezTo>
                  <a:pt x="524" y="524"/>
                  <a:pt x="537" y="524"/>
                  <a:pt x="545" y="516"/>
                </a:cubicBezTo>
                <a:cubicBezTo>
                  <a:pt x="663" y="398"/>
                  <a:pt x="663" y="207"/>
                  <a:pt x="545" y="89"/>
                </a:cubicBezTo>
                <a:close/>
                <a:moveTo>
                  <a:pt x="431" y="203"/>
                </a:moveTo>
                <a:cubicBezTo>
                  <a:pt x="404" y="176"/>
                  <a:pt x="369" y="162"/>
                  <a:pt x="331" y="162"/>
                </a:cubicBezTo>
                <a:cubicBezTo>
                  <a:pt x="293" y="162"/>
                  <a:pt x="258" y="176"/>
                  <a:pt x="231" y="203"/>
                </a:cubicBezTo>
                <a:cubicBezTo>
                  <a:pt x="176" y="258"/>
                  <a:pt x="176" y="347"/>
                  <a:pt x="231" y="402"/>
                </a:cubicBezTo>
                <a:cubicBezTo>
                  <a:pt x="239" y="410"/>
                  <a:pt x="252" y="410"/>
                  <a:pt x="260" y="402"/>
                </a:cubicBezTo>
                <a:cubicBezTo>
                  <a:pt x="268" y="394"/>
                  <a:pt x="268" y="382"/>
                  <a:pt x="260" y="374"/>
                </a:cubicBezTo>
                <a:cubicBezTo>
                  <a:pt x="221" y="334"/>
                  <a:pt x="221" y="271"/>
                  <a:pt x="260" y="231"/>
                </a:cubicBezTo>
                <a:cubicBezTo>
                  <a:pt x="279" y="212"/>
                  <a:pt x="304" y="202"/>
                  <a:pt x="331" y="202"/>
                </a:cubicBezTo>
                <a:cubicBezTo>
                  <a:pt x="358" y="202"/>
                  <a:pt x="383" y="212"/>
                  <a:pt x="402" y="231"/>
                </a:cubicBezTo>
                <a:cubicBezTo>
                  <a:pt x="442" y="271"/>
                  <a:pt x="442" y="334"/>
                  <a:pt x="402" y="374"/>
                </a:cubicBezTo>
                <a:cubicBezTo>
                  <a:pt x="395" y="382"/>
                  <a:pt x="395" y="394"/>
                  <a:pt x="402" y="402"/>
                </a:cubicBezTo>
                <a:cubicBezTo>
                  <a:pt x="410" y="410"/>
                  <a:pt x="423" y="410"/>
                  <a:pt x="431" y="402"/>
                </a:cubicBezTo>
                <a:cubicBezTo>
                  <a:pt x="486" y="347"/>
                  <a:pt x="486" y="258"/>
                  <a:pt x="431" y="203"/>
                </a:cubicBezTo>
                <a:close/>
                <a:moveTo>
                  <a:pt x="392" y="302"/>
                </a:moveTo>
                <a:cubicBezTo>
                  <a:pt x="392" y="268"/>
                  <a:pt x="363" y="240"/>
                  <a:pt x="329" y="242"/>
                </a:cubicBezTo>
                <a:cubicBezTo>
                  <a:pt x="298" y="243"/>
                  <a:pt x="273" y="267"/>
                  <a:pt x="271" y="298"/>
                </a:cubicBezTo>
                <a:cubicBezTo>
                  <a:pt x="269" y="325"/>
                  <a:pt x="285" y="349"/>
                  <a:pt x="309" y="358"/>
                </a:cubicBezTo>
                <a:cubicBezTo>
                  <a:pt x="271" y="665"/>
                  <a:pt x="271" y="665"/>
                  <a:pt x="271" y="665"/>
                </a:cubicBezTo>
                <a:cubicBezTo>
                  <a:pt x="271" y="668"/>
                  <a:pt x="271" y="671"/>
                  <a:pt x="272" y="674"/>
                </a:cubicBezTo>
                <a:cubicBezTo>
                  <a:pt x="274" y="682"/>
                  <a:pt x="282" y="688"/>
                  <a:pt x="291" y="688"/>
                </a:cubicBezTo>
                <a:cubicBezTo>
                  <a:pt x="371" y="688"/>
                  <a:pt x="371" y="688"/>
                  <a:pt x="371" y="688"/>
                </a:cubicBezTo>
                <a:cubicBezTo>
                  <a:pt x="374" y="688"/>
                  <a:pt x="377" y="687"/>
                  <a:pt x="380" y="686"/>
                </a:cubicBezTo>
                <a:cubicBezTo>
                  <a:pt x="388" y="682"/>
                  <a:pt x="393" y="674"/>
                  <a:pt x="391" y="665"/>
                </a:cubicBezTo>
                <a:cubicBezTo>
                  <a:pt x="353" y="358"/>
                  <a:pt x="353" y="358"/>
                  <a:pt x="353" y="358"/>
                </a:cubicBezTo>
                <a:cubicBezTo>
                  <a:pt x="376" y="350"/>
                  <a:pt x="392" y="328"/>
                  <a:pt x="392" y="302"/>
                </a:cubicBezTo>
                <a:close/>
                <a:moveTo>
                  <a:pt x="314" y="648"/>
                </a:moveTo>
                <a:cubicBezTo>
                  <a:pt x="331" y="506"/>
                  <a:pt x="331" y="506"/>
                  <a:pt x="331" y="506"/>
                </a:cubicBezTo>
                <a:cubicBezTo>
                  <a:pt x="349" y="648"/>
                  <a:pt x="349" y="648"/>
                  <a:pt x="349" y="648"/>
                </a:cubicBezTo>
                <a:lnTo>
                  <a:pt x="314" y="648"/>
                </a:lnTo>
                <a:close/>
                <a:moveTo>
                  <a:pt x="331" y="323"/>
                </a:moveTo>
                <a:cubicBezTo>
                  <a:pt x="320" y="323"/>
                  <a:pt x="311" y="314"/>
                  <a:pt x="311" y="303"/>
                </a:cubicBezTo>
                <a:cubicBezTo>
                  <a:pt x="311" y="291"/>
                  <a:pt x="320" y="282"/>
                  <a:pt x="331" y="282"/>
                </a:cubicBezTo>
                <a:cubicBezTo>
                  <a:pt x="342" y="282"/>
                  <a:pt x="351" y="291"/>
                  <a:pt x="351" y="303"/>
                </a:cubicBezTo>
                <a:cubicBezTo>
                  <a:pt x="351" y="314"/>
                  <a:pt x="342" y="323"/>
                  <a:pt x="331" y="32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1131102" y="212366"/>
            <a:ext cx="398708" cy="399725"/>
          </a:xfrm>
          <a:custGeom>
            <a:avLst/>
            <a:gdLst/>
            <a:ahLst/>
            <a:cxnLst/>
            <a:rect l="l" t="t" r="r" b="b"/>
            <a:pathLst>
              <a:path w="688" h="688" extrusionOk="0">
                <a:moveTo>
                  <a:pt x="303" y="284"/>
                </a:moveTo>
                <a:cubicBezTo>
                  <a:pt x="313" y="284"/>
                  <a:pt x="322" y="276"/>
                  <a:pt x="324" y="266"/>
                </a:cubicBezTo>
                <a:cubicBezTo>
                  <a:pt x="325" y="254"/>
                  <a:pt x="315" y="243"/>
                  <a:pt x="304" y="243"/>
                </a:cubicBezTo>
                <a:cubicBezTo>
                  <a:pt x="183" y="243"/>
                  <a:pt x="183" y="243"/>
                  <a:pt x="183" y="243"/>
                </a:cubicBezTo>
                <a:cubicBezTo>
                  <a:pt x="172" y="243"/>
                  <a:pt x="163" y="252"/>
                  <a:pt x="163" y="263"/>
                </a:cubicBezTo>
                <a:cubicBezTo>
                  <a:pt x="163" y="344"/>
                  <a:pt x="163" y="344"/>
                  <a:pt x="163" y="344"/>
                </a:cubicBezTo>
                <a:cubicBezTo>
                  <a:pt x="163" y="355"/>
                  <a:pt x="172" y="364"/>
                  <a:pt x="183" y="364"/>
                </a:cubicBezTo>
                <a:cubicBezTo>
                  <a:pt x="263" y="364"/>
                  <a:pt x="263" y="364"/>
                  <a:pt x="263" y="364"/>
                </a:cubicBezTo>
                <a:cubicBezTo>
                  <a:pt x="273" y="364"/>
                  <a:pt x="282" y="372"/>
                  <a:pt x="283" y="382"/>
                </a:cubicBezTo>
                <a:cubicBezTo>
                  <a:pt x="285" y="394"/>
                  <a:pt x="275" y="405"/>
                  <a:pt x="263" y="405"/>
                </a:cubicBezTo>
                <a:cubicBezTo>
                  <a:pt x="183" y="405"/>
                  <a:pt x="183" y="405"/>
                  <a:pt x="183" y="405"/>
                </a:cubicBezTo>
                <a:cubicBezTo>
                  <a:pt x="173" y="405"/>
                  <a:pt x="164" y="412"/>
                  <a:pt x="163" y="422"/>
                </a:cubicBezTo>
                <a:cubicBezTo>
                  <a:pt x="162" y="435"/>
                  <a:pt x="171" y="445"/>
                  <a:pt x="183" y="445"/>
                </a:cubicBezTo>
                <a:cubicBezTo>
                  <a:pt x="262" y="445"/>
                  <a:pt x="262" y="445"/>
                  <a:pt x="262" y="445"/>
                </a:cubicBezTo>
                <a:cubicBezTo>
                  <a:pt x="294" y="445"/>
                  <a:pt x="322" y="419"/>
                  <a:pt x="324" y="388"/>
                </a:cubicBezTo>
                <a:cubicBezTo>
                  <a:pt x="326" y="353"/>
                  <a:pt x="298" y="324"/>
                  <a:pt x="263" y="324"/>
                </a:cubicBezTo>
                <a:cubicBezTo>
                  <a:pt x="203" y="324"/>
                  <a:pt x="203" y="324"/>
                  <a:pt x="203" y="324"/>
                </a:cubicBezTo>
                <a:cubicBezTo>
                  <a:pt x="203" y="284"/>
                  <a:pt x="203" y="284"/>
                  <a:pt x="203" y="284"/>
                </a:cubicBezTo>
                <a:lnTo>
                  <a:pt x="303" y="284"/>
                </a:lnTo>
                <a:close/>
                <a:moveTo>
                  <a:pt x="364" y="264"/>
                </a:moveTo>
                <a:cubicBezTo>
                  <a:pt x="364" y="384"/>
                  <a:pt x="364" y="384"/>
                  <a:pt x="364" y="384"/>
                </a:cubicBezTo>
                <a:cubicBezTo>
                  <a:pt x="364" y="418"/>
                  <a:pt x="391" y="445"/>
                  <a:pt x="424" y="445"/>
                </a:cubicBezTo>
                <a:cubicBezTo>
                  <a:pt x="505" y="445"/>
                  <a:pt x="505" y="445"/>
                  <a:pt x="505" y="445"/>
                </a:cubicBezTo>
                <a:cubicBezTo>
                  <a:pt x="516" y="445"/>
                  <a:pt x="525" y="436"/>
                  <a:pt x="525" y="425"/>
                </a:cubicBezTo>
                <a:cubicBezTo>
                  <a:pt x="525" y="344"/>
                  <a:pt x="525" y="344"/>
                  <a:pt x="525" y="344"/>
                </a:cubicBezTo>
                <a:cubicBezTo>
                  <a:pt x="525" y="333"/>
                  <a:pt x="516" y="324"/>
                  <a:pt x="505" y="324"/>
                </a:cubicBezTo>
                <a:cubicBezTo>
                  <a:pt x="465" y="324"/>
                  <a:pt x="465" y="324"/>
                  <a:pt x="465" y="324"/>
                </a:cubicBezTo>
                <a:cubicBezTo>
                  <a:pt x="455" y="324"/>
                  <a:pt x="446" y="332"/>
                  <a:pt x="445" y="342"/>
                </a:cubicBezTo>
                <a:cubicBezTo>
                  <a:pt x="443" y="354"/>
                  <a:pt x="453" y="364"/>
                  <a:pt x="465" y="364"/>
                </a:cubicBezTo>
                <a:cubicBezTo>
                  <a:pt x="485" y="364"/>
                  <a:pt x="485" y="364"/>
                  <a:pt x="485" y="364"/>
                </a:cubicBezTo>
                <a:cubicBezTo>
                  <a:pt x="485" y="405"/>
                  <a:pt x="485" y="405"/>
                  <a:pt x="485" y="405"/>
                </a:cubicBezTo>
                <a:cubicBezTo>
                  <a:pt x="424" y="405"/>
                  <a:pt x="424" y="405"/>
                  <a:pt x="424" y="405"/>
                </a:cubicBezTo>
                <a:cubicBezTo>
                  <a:pt x="413" y="405"/>
                  <a:pt x="404" y="396"/>
                  <a:pt x="404" y="384"/>
                </a:cubicBezTo>
                <a:cubicBezTo>
                  <a:pt x="404" y="291"/>
                  <a:pt x="404" y="291"/>
                  <a:pt x="404" y="291"/>
                </a:cubicBezTo>
                <a:cubicBezTo>
                  <a:pt x="404" y="287"/>
                  <a:pt x="407" y="284"/>
                  <a:pt x="411" y="284"/>
                </a:cubicBezTo>
                <a:cubicBezTo>
                  <a:pt x="512" y="284"/>
                  <a:pt x="512" y="284"/>
                  <a:pt x="512" y="284"/>
                </a:cubicBezTo>
                <a:cubicBezTo>
                  <a:pt x="514" y="284"/>
                  <a:pt x="516" y="283"/>
                  <a:pt x="517" y="282"/>
                </a:cubicBezTo>
                <a:cubicBezTo>
                  <a:pt x="534" y="264"/>
                  <a:pt x="522" y="243"/>
                  <a:pt x="505" y="243"/>
                </a:cubicBezTo>
                <a:cubicBezTo>
                  <a:pt x="385" y="243"/>
                  <a:pt x="385" y="243"/>
                  <a:pt x="385" y="243"/>
                </a:cubicBezTo>
                <a:cubicBezTo>
                  <a:pt x="373" y="243"/>
                  <a:pt x="364" y="253"/>
                  <a:pt x="364" y="264"/>
                </a:cubicBezTo>
                <a:close/>
                <a:moveTo>
                  <a:pt x="661" y="323"/>
                </a:moveTo>
                <a:cubicBezTo>
                  <a:pt x="675" y="327"/>
                  <a:pt x="688" y="317"/>
                  <a:pt x="688" y="304"/>
                </a:cubicBezTo>
                <a:cubicBezTo>
                  <a:pt x="688" y="223"/>
                  <a:pt x="688" y="223"/>
                  <a:pt x="688" y="223"/>
                </a:cubicBezTo>
                <a:cubicBezTo>
                  <a:pt x="688" y="214"/>
                  <a:pt x="682" y="207"/>
                  <a:pt x="674" y="204"/>
                </a:cubicBezTo>
                <a:cubicBezTo>
                  <a:pt x="660" y="200"/>
                  <a:pt x="647" y="210"/>
                  <a:pt x="647" y="223"/>
                </a:cubicBezTo>
                <a:cubicBezTo>
                  <a:pt x="647" y="243"/>
                  <a:pt x="647" y="243"/>
                  <a:pt x="647" y="243"/>
                </a:cubicBezTo>
                <a:cubicBezTo>
                  <a:pt x="606" y="243"/>
                  <a:pt x="606" y="243"/>
                  <a:pt x="606" y="243"/>
                </a:cubicBezTo>
                <a:cubicBezTo>
                  <a:pt x="606" y="183"/>
                  <a:pt x="606" y="183"/>
                  <a:pt x="606" y="183"/>
                </a:cubicBezTo>
                <a:cubicBezTo>
                  <a:pt x="606" y="178"/>
                  <a:pt x="604" y="172"/>
                  <a:pt x="600" y="169"/>
                </a:cubicBezTo>
                <a:cubicBezTo>
                  <a:pt x="519" y="88"/>
                  <a:pt x="519" y="88"/>
                  <a:pt x="519" y="88"/>
                </a:cubicBezTo>
                <a:cubicBezTo>
                  <a:pt x="516" y="84"/>
                  <a:pt x="510" y="82"/>
                  <a:pt x="505" y="82"/>
                </a:cubicBezTo>
                <a:cubicBezTo>
                  <a:pt x="445" y="82"/>
                  <a:pt x="445" y="82"/>
                  <a:pt x="445" y="82"/>
                </a:cubicBezTo>
                <a:cubicBezTo>
                  <a:pt x="445" y="40"/>
                  <a:pt x="445" y="40"/>
                  <a:pt x="445" y="40"/>
                </a:cubicBezTo>
                <a:cubicBezTo>
                  <a:pt x="465" y="40"/>
                  <a:pt x="465" y="40"/>
                  <a:pt x="465" y="40"/>
                </a:cubicBezTo>
                <a:cubicBezTo>
                  <a:pt x="473" y="40"/>
                  <a:pt x="481" y="35"/>
                  <a:pt x="484" y="27"/>
                </a:cubicBezTo>
                <a:cubicBezTo>
                  <a:pt x="488" y="13"/>
                  <a:pt x="478" y="0"/>
                  <a:pt x="465" y="0"/>
                </a:cubicBezTo>
                <a:cubicBezTo>
                  <a:pt x="384" y="0"/>
                  <a:pt x="384" y="0"/>
                  <a:pt x="384" y="0"/>
                </a:cubicBezTo>
                <a:cubicBezTo>
                  <a:pt x="375" y="0"/>
                  <a:pt x="368" y="6"/>
                  <a:pt x="365" y="14"/>
                </a:cubicBezTo>
                <a:cubicBezTo>
                  <a:pt x="361" y="28"/>
                  <a:pt x="371" y="40"/>
                  <a:pt x="384" y="40"/>
                </a:cubicBezTo>
                <a:cubicBezTo>
                  <a:pt x="404" y="40"/>
                  <a:pt x="404" y="40"/>
                  <a:pt x="404" y="40"/>
                </a:cubicBezTo>
                <a:cubicBezTo>
                  <a:pt x="404" y="82"/>
                  <a:pt x="404" y="82"/>
                  <a:pt x="404" y="82"/>
                </a:cubicBezTo>
                <a:cubicBezTo>
                  <a:pt x="283" y="82"/>
                  <a:pt x="283" y="82"/>
                  <a:pt x="283" y="82"/>
                </a:cubicBezTo>
                <a:cubicBezTo>
                  <a:pt x="283" y="40"/>
                  <a:pt x="283" y="40"/>
                  <a:pt x="283" y="40"/>
                </a:cubicBezTo>
                <a:cubicBezTo>
                  <a:pt x="304" y="40"/>
                  <a:pt x="304" y="40"/>
                  <a:pt x="304" y="40"/>
                </a:cubicBezTo>
                <a:cubicBezTo>
                  <a:pt x="312" y="40"/>
                  <a:pt x="320" y="35"/>
                  <a:pt x="323" y="27"/>
                </a:cubicBezTo>
                <a:cubicBezTo>
                  <a:pt x="327" y="13"/>
                  <a:pt x="317" y="0"/>
                  <a:pt x="304" y="0"/>
                </a:cubicBezTo>
                <a:cubicBezTo>
                  <a:pt x="223" y="0"/>
                  <a:pt x="223" y="0"/>
                  <a:pt x="223" y="0"/>
                </a:cubicBezTo>
                <a:cubicBezTo>
                  <a:pt x="214" y="0"/>
                  <a:pt x="206" y="6"/>
                  <a:pt x="204" y="14"/>
                </a:cubicBezTo>
                <a:cubicBezTo>
                  <a:pt x="200" y="28"/>
                  <a:pt x="210" y="40"/>
                  <a:pt x="223" y="40"/>
                </a:cubicBezTo>
                <a:cubicBezTo>
                  <a:pt x="243" y="40"/>
                  <a:pt x="243" y="40"/>
                  <a:pt x="243" y="40"/>
                </a:cubicBezTo>
                <a:cubicBezTo>
                  <a:pt x="243" y="82"/>
                  <a:pt x="243" y="82"/>
                  <a:pt x="243" y="82"/>
                </a:cubicBezTo>
                <a:cubicBezTo>
                  <a:pt x="183" y="82"/>
                  <a:pt x="183" y="82"/>
                  <a:pt x="183" y="82"/>
                </a:cubicBezTo>
                <a:cubicBezTo>
                  <a:pt x="177" y="82"/>
                  <a:pt x="172" y="84"/>
                  <a:pt x="168" y="88"/>
                </a:cubicBezTo>
                <a:cubicBezTo>
                  <a:pt x="88" y="169"/>
                  <a:pt x="88" y="169"/>
                  <a:pt x="88" y="169"/>
                </a:cubicBezTo>
                <a:cubicBezTo>
                  <a:pt x="84" y="172"/>
                  <a:pt x="82" y="178"/>
                  <a:pt x="82" y="183"/>
                </a:cubicBezTo>
                <a:cubicBezTo>
                  <a:pt x="82" y="243"/>
                  <a:pt x="82" y="243"/>
                  <a:pt x="82" y="243"/>
                </a:cubicBezTo>
                <a:cubicBezTo>
                  <a:pt x="40" y="243"/>
                  <a:pt x="40" y="243"/>
                  <a:pt x="40" y="243"/>
                </a:cubicBezTo>
                <a:cubicBezTo>
                  <a:pt x="40" y="223"/>
                  <a:pt x="40" y="223"/>
                  <a:pt x="40" y="223"/>
                </a:cubicBezTo>
                <a:cubicBezTo>
                  <a:pt x="40" y="214"/>
                  <a:pt x="35" y="207"/>
                  <a:pt x="26" y="204"/>
                </a:cubicBezTo>
                <a:cubicBezTo>
                  <a:pt x="13" y="200"/>
                  <a:pt x="0" y="210"/>
                  <a:pt x="0" y="223"/>
                </a:cubicBezTo>
                <a:cubicBezTo>
                  <a:pt x="0" y="304"/>
                  <a:pt x="0" y="304"/>
                  <a:pt x="0" y="304"/>
                </a:cubicBezTo>
                <a:cubicBezTo>
                  <a:pt x="0" y="312"/>
                  <a:pt x="5" y="320"/>
                  <a:pt x="14" y="323"/>
                </a:cubicBezTo>
                <a:cubicBezTo>
                  <a:pt x="28" y="327"/>
                  <a:pt x="40" y="317"/>
                  <a:pt x="40" y="304"/>
                </a:cubicBezTo>
                <a:cubicBezTo>
                  <a:pt x="40" y="284"/>
                  <a:pt x="40" y="284"/>
                  <a:pt x="40" y="284"/>
                </a:cubicBezTo>
                <a:cubicBezTo>
                  <a:pt x="82" y="284"/>
                  <a:pt x="82" y="284"/>
                  <a:pt x="82" y="284"/>
                </a:cubicBezTo>
                <a:cubicBezTo>
                  <a:pt x="82" y="405"/>
                  <a:pt x="82" y="405"/>
                  <a:pt x="82" y="405"/>
                </a:cubicBezTo>
                <a:cubicBezTo>
                  <a:pt x="40" y="405"/>
                  <a:pt x="40" y="405"/>
                  <a:pt x="40" y="405"/>
                </a:cubicBezTo>
                <a:cubicBezTo>
                  <a:pt x="40" y="384"/>
                  <a:pt x="40" y="384"/>
                  <a:pt x="40" y="384"/>
                </a:cubicBezTo>
                <a:cubicBezTo>
                  <a:pt x="40" y="376"/>
                  <a:pt x="35" y="368"/>
                  <a:pt x="26" y="365"/>
                </a:cubicBezTo>
                <a:cubicBezTo>
                  <a:pt x="13" y="361"/>
                  <a:pt x="0" y="371"/>
                  <a:pt x="0" y="384"/>
                </a:cubicBezTo>
                <a:cubicBezTo>
                  <a:pt x="0" y="465"/>
                  <a:pt x="0" y="465"/>
                  <a:pt x="0" y="465"/>
                </a:cubicBezTo>
                <a:cubicBezTo>
                  <a:pt x="0" y="474"/>
                  <a:pt x="5" y="482"/>
                  <a:pt x="14" y="484"/>
                </a:cubicBezTo>
                <a:cubicBezTo>
                  <a:pt x="28" y="488"/>
                  <a:pt x="40" y="478"/>
                  <a:pt x="40" y="465"/>
                </a:cubicBezTo>
                <a:cubicBezTo>
                  <a:pt x="40" y="445"/>
                  <a:pt x="40" y="445"/>
                  <a:pt x="40" y="445"/>
                </a:cubicBezTo>
                <a:cubicBezTo>
                  <a:pt x="82" y="445"/>
                  <a:pt x="82" y="445"/>
                  <a:pt x="82" y="445"/>
                </a:cubicBezTo>
                <a:cubicBezTo>
                  <a:pt x="82" y="505"/>
                  <a:pt x="82" y="505"/>
                  <a:pt x="82" y="505"/>
                </a:cubicBezTo>
                <a:cubicBezTo>
                  <a:pt x="82" y="511"/>
                  <a:pt x="84" y="516"/>
                  <a:pt x="88" y="520"/>
                </a:cubicBezTo>
                <a:cubicBezTo>
                  <a:pt x="168" y="600"/>
                  <a:pt x="168" y="600"/>
                  <a:pt x="168" y="600"/>
                </a:cubicBezTo>
                <a:cubicBezTo>
                  <a:pt x="172" y="604"/>
                  <a:pt x="177" y="606"/>
                  <a:pt x="183" y="606"/>
                </a:cubicBezTo>
                <a:cubicBezTo>
                  <a:pt x="243" y="606"/>
                  <a:pt x="243" y="606"/>
                  <a:pt x="243" y="606"/>
                </a:cubicBezTo>
                <a:cubicBezTo>
                  <a:pt x="243" y="648"/>
                  <a:pt x="243" y="648"/>
                  <a:pt x="24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14" y="648"/>
                  <a:pt x="206" y="653"/>
                  <a:pt x="204" y="661"/>
                </a:cubicBezTo>
                <a:cubicBezTo>
                  <a:pt x="200" y="675"/>
                  <a:pt x="210" y="688"/>
                  <a:pt x="223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12" y="688"/>
                  <a:pt x="320" y="683"/>
                  <a:pt x="323" y="674"/>
                </a:cubicBezTo>
                <a:cubicBezTo>
                  <a:pt x="327" y="660"/>
                  <a:pt x="317" y="648"/>
                  <a:pt x="304" y="648"/>
                </a:cubicBezTo>
                <a:cubicBezTo>
                  <a:pt x="283" y="648"/>
                  <a:pt x="283" y="648"/>
                  <a:pt x="283" y="648"/>
                </a:cubicBezTo>
                <a:cubicBezTo>
                  <a:pt x="283" y="606"/>
                  <a:pt x="283" y="606"/>
                  <a:pt x="283" y="606"/>
                </a:cubicBezTo>
                <a:cubicBezTo>
                  <a:pt x="404" y="606"/>
                  <a:pt x="404" y="606"/>
                  <a:pt x="404" y="606"/>
                </a:cubicBezTo>
                <a:cubicBezTo>
                  <a:pt x="404" y="648"/>
                  <a:pt x="404" y="648"/>
                  <a:pt x="404" y="648"/>
                </a:cubicBezTo>
                <a:cubicBezTo>
                  <a:pt x="384" y="648"/>
                  <a:pt x="384" y="648"/>
                  <a:pt x="384" y="648"/>
                </a:cubicBezTo>
                <a:cubicBezTo>
                  <a:pt x="375" y="648"/>
                  <a:pt x="368" y="653"/>
                  <a:pt x="365" y="661"/>
                </a:cubicBezTo>
                <a:cubicBezTo>
                  <a:pt x="361" y="675"/>
                  <a:pt x="371" y="688"/>
                  <a:pt x="384" y="688"/>
                </a:cubicBezTo>
                <a:cubicBezTo>
                  <a:pt x="465" y="688"/>
                  <a:pt x="465" y="688"/>
                  <a:pt x="465" y="688"/>
                </a:cubicBezTo>
                <a:cubicBezTo>
                  <a:pt x="473" y="688"/>
                  <a:pt x="481" y="683"/>
                  <a:pt x="484" y="674"/>
                </a:cubicBezTo>
                <a:cubicBezTo>
                  <a:pt x="488" y="660"/>
                  <a:pt x="478" y="648"/>
                  <a:pt x="465" y="648"/>
                </a:cubicBezTo>
                <a:cubicBezTo>
                  <a:pt x="445" y="648"/>
                  <a:pt x="445" y="648"/>
                  <a:pt x="445" y="648"/>
                </a:cubicBezTo>
                <a:cubicBezTo>
                  <a:pt x="445" y="606"/>
                  <a:pt x="445" y="606"/>
                  <a:pt x="445" y="606"/>
                </a:cubicBezTo>
                <a:cubicBezTo>
                  <a:pt x="505" y="606"/>
                  <a:pt x="505" y="606"/>
                  <a:pt x="505" y="606"/>
                </a:cubicBezTo>
                <a:cubicBezTo>
                  <a:pt x="510" y="606"/>
                  <a:pt x="516" y="604"/>
                  <a:pt x="519" y="600"/>
                </a:cubicBezTo>
                <a:cubicBezTo>
                  <a:pt x="600" y="520"/>
                  <a:pt x="600" y="520"/>
                  <a:pt x="600" y="520"/>
                </a:cubicBezTo>
                <a:cubicBezTo>
                  <a:pt x="604" y="516"/>
                  <a:pt x="606" y="511"/>
                  <a:pt x="606" y="505"/>
                </a:cubicBezTo>
                <a:cubicBezTo>
                  <a:pt x="606" y="445"/>
                  <a:pt x="606" y="445"/>
                  <a:pt x="606" y="445"/>
                </a:cubicBezTo>
                <a:cubicBezTo>
                  <a:pt x="647" y="445"/>
                  <a:pt x="647" y="445"/>
                  <a:pt x="647" y="445"/>
                </a:cubicBezTo>
                <a:cubicBezTo>
                  <a:pt x="647" y="465"/>
                  <a:pt x="647" y="465"/>
                  <a:pt x="647" y="465"/>
                </a:cubicBezTo>
                <a:cubicBezTo>
                  <a:pt x="647" y="474"/>
                  <a:pt x="653" y="482"/>
                  <a:pt x="661" y="484"/>
                </a:cubicBezTo>
                <a:cubicBezTo>
                  <a:pt x="675" y="488"/>
                  <a:pt x="688" y="478"/>
                  <a:pt x="688" y="465"/>
                </a:cubicBezTo>
                <a:cubicBezTo>
                  <a:pt x="688" y="384"/>
                  <a:pt x="688" y="384"/>
                  <a:pt x="688" y="384"/>
                </a:cubicBezTo>
                <a:cubicBezTo>
                  <a:pt x="688" y="376"/>
                  <a:pt x="682" y="368"/>
                  <a:pt x="674" y="365"/>
                </a:cubicBezTo>
                <a:cubicBezTo>
                  <a:pt x="660" y="361"/>
                  <a:pt x="647" y="371"/>
                  <a:pt x="647" y="384"/>
                </a:cubicBezTo>
                <a:cubicBezTo>
                  <a:pt x="647" y="405"/>
                  <a:pt x="647" y="405"/>
                  <a:pt x="647" y="405"/>
                </a:cubicBezTo>
                <a:cubicBezTo>
                  <a:pt x="606" y="405"/>
                  <a:pt x="606" y="405"/>
                  <a:pt x="606" y="405"/>
                </a:cubicBezTo>
                <a:cubicBezTo>
                  <a:pt x="606" y="284"/>
                  <a:pt x="606" y="284"/>
                  <a:pt x="606" y="284"/>
                </a:cubicBezTo>
                <a:cubicBezTo>
                  <a:pt x="647" y="284"/>
                  <a:pt x="647" y="284"/>
                  <a:pt x="647" y="284"/>
                </a:cubicBezTo>
                <a:cubicBezTo>
                  <a:pt x="647" y="304"/>
                  <a:pt x="647" y="304"/>
                  <a:pt x="647" y="304"/>
                </a:cubicBezTo>
                <a:cubicBezTo>
                  <a:pt x="647" y="312"/>
                  <a:pt x="653" y="320"/>
                  <a:pt x="661" y="323"/>
                </a:cubicBezTo>
                <a:close/>
                <a:moveTo>
                  <a:pt x="566" y="497"/>
                </a:moveTo>
                <a:cubicBezTo>
                  <a:pt x="497" y="566"/>
                  <a:pt x="497" y="566"/>
                  <a:pt x="497" y="566"/>
                </a:cubicBezTo>
                <a:cubicBezTo>
                  <a:pt x="191" y="566"/>
                  <a:pt x="191" y="566"/>
                  <a:pt x="191" y="566"/>
                </a:cubicBezTo>
                <a:cubicBezTo>
                  <a:pt x="122" y="497"/>
                  <a:pt x="122" y="497"/>
                  <a:pt x="122" y="497"/>
                </a:cubicBezTo>
                <a:cubicBezTo>
                  <a:pt x="122" y="191"/>
                  <a:pt x="122" y="191"/>
                  <a:pt x="122" y="191"/>
                </a:cubicBezTo>
                <a:cubicBezTo>
                  <a:pt x="191" y="122"/>
                  <a:pt x="191" y="122"/>
                  <a:pt x="191" y="122"/>
                </a:cubicBezTo>
                <a:cubicBezTo>
                  <a:pt x="497" y="122"/>
                  <a:pt x="497" y="122"/>
                  <a:pt x="497" y="122"/>
                </a:cubicBezTo>
                <a:cubicBezTo>
                  <a:pt x="566" y="191"/>
                  <a:pt x="566" y="191"/>
                  <a:pt x="566" y="191"/>
                </a:cubicBezTo>
                <a:lnTo>
                  <a:pt x="566" y="49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13" y="1250384"/>
            <a:ext cx="6986774" cy="3205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"/>
          <p:cNvSpPr txBox="1">
            <a:spLocks noGrp="1"/>
          </p:cNvSpPr>
          <p:nvPr>
            <p:ph type="subTitle" idx="1"/>
          </p:nvPr>
        </p:nvSpPr>
        <p:spPr>
          <a:xfrm>
            <a:off x="-193999" y="1216776"/>
            <a:ext cx="2576700" cy="4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Drop high cardinality columns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(s.no , Name)</a:t>
            </a:r>
            <a:endParaRPr dirty="0"/>
          </a:p>
        </p:txBody>
      </p:sp>
      <p:sp>
        <p:nvSpPr>
          <p:cNvPr id="424" name="Google Shape;424;p34"/>
          <p:cNvSpPr txBox="1">
            <a:spLocks noGrp="1"/>
          </p:cNvSpPr>
          <p:nvPr>
            <p:ph type="subTitle" idx="5"/>
          </p:nvPr>
        </p:nvSpPr>
        <p:spPr>
          <a:xfrm>
            <a:off x="3283660" y="2933200"/>
            <a:ext cx="2576700" cy="4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6" name="Google Shape;426;p34"/>
          <p:cNvSpPr txBox="1">
            <a:spLocks noGrp="1"/>
          </p:cNvSpPr>
          <p:nvPr>
            <p:ph type="title"/>
          </p:nvPr>
        </p:nvSpPr>
        <p:spPr>
          <a:xfrm>
            <a:off x="212651" y="275055"/>
            <a:ext cx="89313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Clean The Data </a:t>
            </a:r>
            <a:r>
              <a:rPr lang="en-US" sz="2400" dirty="0" smtClean="0"/>
              <a:t>and</a:t>
            </a:r>
            <a:br>
              <a:rPr lang="en-US" sz="2400" dirty="0" smtClean="0"/>
            </a:br>
            <a:r>
              <a:rPr lang="en-US" sz="2400" dirty="0" smtClean="0"/>
              <a:t> </a:t>
            </a:r>
            <a:r>
              <a:rPr lang="en-US" sz="2400" dirty="0"/>
              <a:t>Organize the columns</a:t>
            </a:r>
          </a:p>
        </p:txBody>
      </p:sp>
      <p:sp>
        <p:nvSpPr>
          <p:cNvPr id="430" name="Google Shape;430;p34"/>
          <p:cNvSpPr/>
          <p:nvPr/>
        </p:nvSpPr>
        <p:spPr>
          <a:xfrm>
            <a:off x="897538" y="192628"/>
            <a:ext cx="393625" cy="368777"/>
          </a:xfrm>
          <a:custGeom>
            <a:avLst/>
            <a:gdLst/>
            <a:ahLst/>
            <a:cxnLst/>
            <a:rect l="l" t="t" r="r" b="b"/>
            <a:pathLst>
              <a:path w="688" h="645" extrusionOk="0">
                <a:moveTo>
                  <a:pt x="425" y="483"/>
                </a:moveTo>
                <a:cubicBezTo>
                  <a:pt x="505" y="483"/>
                  <a:pt x="505" y="483"/>
                  <a:pt x="505" y="483"/>
                </a:cubicBezTo>
                <a:cubicBezTo>
                  <a:pt x="516" y="483"/>
                  <a:pt x="525" y="474"/>
                  <a:pt x="525" y="463"/>
                </a:cubicBezTo>
                <a:cubicBezTo>
                  <a:pt x="525" y="383"/>
                  <a:pt x="525" y="383"/>
                  <a:pt x="525" y="383"/>
                </a:cubicBezTo>
                <a:cubicBezTo>
                  <a:pt x="525" y="371"/>
                  <a:pt x="516" y="362"/>
                  <a:pt x="505" y="362"/>
                </a:cubicBezTo>
                <a:cubicBezTo>
                  <a:pt x="465" y="362"/>
                  <a:pt x="465" y="362"/>
                  <a:pt x="465" y="362"/>
                </a:cubicBezTo>
                <a:cubicBezTo>
                  <a:pt x="455" y="362"/>
                  <a:pt x="446" y="370"/>
                  <a:pt x="445" y="380"/>
                </a:cubicBezTo>
                <a:cubicBezTo>
                  <a:pt x="444" y="392"/>
                  <a:pt x="453" y="403"/>
                  <a:pt x="465" y="403"/>
                </a:cubicBezTo>
                <a:cubicBezTo>
                  <a:pt x="485" y="403"/>
                  <a:pt x="485" y="403"/>
                  <a:pt x="485" y="403"/>
                </a:cubicBezTo>
                <a:cubicBezTo>
                  <a:pt x="485" y="443"/>
                  <a:pt x="485" y="443"/>
                  <a:pt x="485" y="443"/>
                </a:cubicBezTo>
                <a:cubicBezTo>
                  <a:pt x="425" y="443"/>
                  <a:pt x="425" y="443"/>
                  <a:pt x="425" y="443"/>
                </a:cubicBezTo>
                <a:cubicBezTo>
                  <a:pt x="413" y="443"/>
                  <a:pt x="404" y="434"/>
                  <a:pt x="404" y="423"/>
                </a:cubicBezTo>
                <a:cubicBezTo>
                  <a:pt x="404" y="342"/>
                  <a:pt x="404" y="342"/>
                  <a:pt x="404" y="342"/>
                </a:cubicBezTo>
                <a:cubicBezTo>
                  <a:pt x="404" y="331"/>
                  <a:pt x="413" y="322"/>
                  <a:pt x="425" y="322"/>
                </a:cubicBezTo>
                <a:cubicBezTo>
                  <a:pt x="505" y="322"/>
                  <a:pt x="505" y="322"/>
                  <a:pt x="505" y="322"/>
                </a:cubicBezTo>
                <a:cubicBezTo>
                  <a:pt x="515" y="322"/>
                  <a:pt x="524" y="315"/>
                  <a:pt x="525" y="304"/>
                </a:cubicBezTo>
                <a:cubicBezTo>
                  <a:pt x="527" y="292"/>
                  <a:pt x="517" y="282"/>
                  <a:pt x="505" y="282"/>
                </a:cubicBezTo>
                <a:cubicBezTo>
                  <a:pt x="425" y="282"/>
                  <a:pt x="425" y="282"/>
                  <a:pt x="425" y="282"/>
                </a:cubicBezTo>
                <a:cubicBezTo>
                  <a:pt x="391" y="282"/>
                  <a:pt x="364" y="309"/>
                  <a:pt x="364" y="342"/>
                </a:cubicBezTo>
                <a:cubicBezTo>
                  <a:pt x="364" y="423"/>
                  <a:pt x="364" y="423"/>
                  <a:pt x="364" y="423"/>
                </a:cubicBezTo>
                <a:cubicBezTo>
                  <a:pt x="364" y="456"/>
                  <a:pt x="391" y="483"/>
                  <a:pt x="425" y="483"/>
                </a:cubicBezTo>
                <a:close/>
                <a:moveTo>
                  <a:pt x="263" y="443"/>
                </a:moveTo>
                <a:cubicBezTo>
                  <a:pt x="183" y="443"/>
                  <a:pt x="183" y="443"/>
                  <a:pt x="183" y="443"/>
                </a:cubicBezTo>
                <a:cubicBezTo>
                  <a:pt x="173" y="443"/>
                  <a:pt x="164" y="451"/>
                  <a:pt x="163" y="461"/>
                </a:cubicBezTo>
                <a:cubicBezTo>
                  <a:pt x="161" y="473"/>
                  <a:pt x="171" y="483"/>
                  <a:pt x="183" y="483"/>
                </a:cubicBezTo>
                <a:cubicBezTo>
                  <a:pt x="262" y="483"/>
                  <a:pt x="262" y="483"/>
                  <a:pt x="262" y="483"/>
                </a:cubicBezTo>
                <a:cubicBezTo>
                  <a:pt x="294" y="483"/>
                  <a:pt x="322" y="458"/>
                  <a:pt x="324" y="426"/>
                </a:cubicBezTo>
                <a:cubicBezTo>
                  <a:pt x="326" y="391"/>
                  <a:pt x="298" y="362"/>
                  <a:pt x="263" y="362"/>
                </a:cubicBezTo>
                <a:cubicBezTo>
                  <a:pt x="203" y="362"/>
                  <a:pt x="203" y="362"/>
                  <a:pt x="203" y="362"/>
                </a:cubicBezTo>
                <a:cubicBezTo>
                  <a:pt x="203" y="322"/>
                  <a:pt x="203" y="322"/>
                  <a:pt x="203" y="322"/>
                </a:cubicBezTo>
                <a:cubicBezTo>
                  <a:pt x="303" y="322"/>
                  <a:pt x="303" y="322"/>
                  <a:pt x="303" y="322"/>
                </a:cubicBezTo>
                <a:cubicBezTo>
                  <a:pt x="314" y="322"/>
                  <a:pt x="323" y="315"/>
                  <a:pt x="324" y="304"/>
                </a:cubicBezTo>
                <a:cubicBezTo>
                  <a:pt x="325" y="292"/>
                  <a:pt x="316" y="282"/>
                  <a:pt x="304" y="282"/>
                </a:cubicBezTo>
                <a:cubicBezTo>
                  <a:pt x="183" y="282"/>
                  <a:pt x="183" y="282"/>
                  <a:pt x="183" y="282"/>
                </a:cubicBezTo>
                <a:cubicBezTo>
                  <a:pt x="172" y="282"/>
                  <a:pt x="163" y="291"/>
                  <a:pt x="163" y="302"/>
                </a:cubicBezTo>
                <a:cubicBezTo>
                  <a:pt x="163" y="383"/>
                  <a:pt x="163" y="383"/>
                  <a:pt x="163" y="383"/>
                </a:cubicBezTo>
                <a:cubicBezTo>
                  <a:pt x="163" y="394"/>
                  <a:pt x="172" y="403"/>
                  <a:pt x="183" y="403"/>
                </a:cubicBezTo>
                <a:cubicBezTo>
                  <a:pt x="263" y="403"/>
                  <a:pt x="263" y="403"/>
                  <a:pt x="263" y="403"/>
                </a:cubicBezTo>
                <a:cubicBezTo>
                  <a:pt x="273" y="403"/>
                  <a:pt x="282" y="410"/>
                  <a:pt x="283" y="421"/>
                </a:cubicBezTo>
                <a:cubicBezTo>
                  <a:pt x="285" y="433"/>
                  <a:pt x="275" y="443"/>
                  <a:pt x="263" y="443"/>
                </a:cubicBezTo>
                <a:close/>
                <a:moveTo>
                  <a:pt x="668" y="0"/>
                </a:move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624"/>
                  <a:pt x="0" y="624"/>
                  <a:pt x="0" y="624"/>
                </a:cubicBezTo>
                <a:cubicBezTo>
                  <a:pt x="0" y="635"/>
                  <a:pt x="9" y="645"/>
                  <a:pt x="20" y="645"/>
                </a:cubicBezTo>
                <a:cubicBezTo>
                  <a:pt x="668" y="645"/>
                  <a:pt x="668" y="645"/>
                  <a:pt x="668" y="645"/>
                </a:cubicBezTo>
                <a:cubicBezTo>
                  <a:pt x="679" y="645"/>
                  <a:pt x="688" y="635"/>
                  <a:pt x="688" y="624"/>
                </a:cubicBezTo>
                <a:cubicBezTo>
                  <a:pt x="688" y="20"/>
                  <a:pt x="688" y="20"/>
                  <a:pt x="688" y="20"/>
                </a:cubicBezTo>
                <a:cubicBezTo>
                  <a:pt x="688" y="9"/>
                  <a:pt x="679" y="0"/>
                  <a:pt x="668" y="0"/>
                </a:cubicBezTo>
                <a:close/>
                <a:moveTo>
                  <a:pt x="648" y="604"/>
                </a:moveTo>
                <a:cubicBezTo>
                  <a:pt x="40" y="604"/>
                  <a:pt x="40" y="604"/>
                  <a:pt x="40" y="604"/>
                </a:cubicBezTo>
                <a:cubicBezTo>
                  <a:pt x="40" y="161"/>
                  <a:pt x="40" y="161"/>
                  <a:pt x="40" y="161"/>
                </a:cubicBezTo>
                <a:cubicBezTo>
                  <a:pt x="648" y="161"/>
                  <a:pt x="648" y="161"/>
                  <a:pt x="648" y="161"/>
                </a:cubicBezTo>
                <a:lnTo>
                  <a:pt x="648" y="604"/>
                </a:lnTo>
                <a:close/>
                <a:moveTo>
                  <a:pt x="648" y="121"/>
                </a:moveTo>
                <a:cubicBezTo>
                  <a:pt x="40" y="121"/>
                  <a:pt x="40" y="121"/>
                  <a:pt x="40" y="121"/>
                </a:cubicBezTo>
                <a:cubicBezTo>
                  <a:pt x="40" y="40"/>
                  <a:pt x="40" y="40"/>
                  <a:pt x="40" y="40"/>
                </a:cubicBezTo>
                <a:cubicBezTo>
                  <a:pt x="404" y="40"/>
                  <a:pt x="404" y="40"/>
                  <a:pt x="404" y="40"/>
                </a:cubicBezTo>
                <a:cubicBezTo>
                  <a:pt x="404" y="60"/>
                  <a:pt x="404" y="60"/>
                  <a:pt x="404" y="60"/>
                </a:cubicBezTo>
                <a:cubicBezTo>
                  <a:pt x="404" y="70"/>
                  <a:pt x="412" y="79"/>
                  <a:pt x="422" y="80"/>
                </a:cubicBezTo>
                <a:cubicBezTo>
                  <a:pt x="434" y="81"/>
                  <a:pt x="445" y="72"/>
                  <a:pt x="445" y="60"/>
                </a:cubicBezTo>
                <a:cubicBezTo>
                  <a:pt x="445" y="40"/>
                  <a:pt x="445" y="40"/>
                  <a:pt x="445" y="40"/>
                </a:cubicBezTo>
                <a:cubicBezTo>
                  <a:pt x="485" y="40"/>
                  <a:pt x="485" y="40"/>
                  <a:pt x="485" y="40"/>
                </a:cubicBezTo>
                <a:cubicBezTo>
                  <a:pt x="485" y="60"/>
                  <a:pt x="485" y="60"/>
                  <a:pt x="485" y="60"/>
                </a:cubicBezTo>
                <a:cubicBezTo>
                  <a:pt x="485" y="70"/>
                  <a:pt x="493" y="79"/>
                  <a:pt x="503" y="80"/>
                </a:cubicBezTo>
                <a:cubicBezTo>
                  <a:pt x="515" y="81"/>
                  <a:pt x="525" y="72"/>
                  <a:pt x="525" y="60"/>
                </a:cubicBezTo>
                <a:cubicBezTo>
                  <a:pt x="525" y="40"/>
                  <a:pt x="525" y="40"/>
                  <a:pt x="525" y="40"/>
                </a:cubicBezTo>
                <a:cubicBezTo>
                  <a:pt x="566" y="40"/>
                  <a:pt x="566" y="40"/>
                  <a:pt x="566" y="40"/>
                </a:cubicBezTo>
                <a:cubicBezTo>
                  <a:pt x="566" y="60"/>
                  <a:pt x="566" y="60"/>
                  <a:pt x="566" y="60"/>
                </a:cubicBezTo>
                <a:cubicBezTo>
                  <a:pt x="566" y="70"/>
                  <a:pt x="573" y="79"/>
                  <a:pt x="584" y="80"/>
                </a:cubicBezTo>
                <a:cubicBezTo>
                  <a:pt x="596" y="81"/>
                  <a:pt x="606" y="72"/>
                  <a:pt x="606" y="60"/>
                </a:cubicBezTo>
                <a:cubicBezTo>
                  <a:pt x="606" y="40"/>
                  <a:pt x="606" y="40"/>
                  <a:pt x="606" y="40"/>
                </a:cubicBezTo>
                <a:cubicBezTo>
                  <a:pt x="648" y="40"/>
                  <a:pt x="648" y="40"/>
                  <a:pt x="648" y="40"/>
                </a:cubicBezTo>
                <a:lnTo>
                  <a:pt x="648" y="12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7672377" y="399503"/>
            <a:ext cx="373745" cy="393627"/>
          </a:xfrm>
          <a:custGeom>
            <a:avLst/>
            <a:gdLst/>
            <a:ahLst/>
            <a:cxnLst/>
            <a:rect l="l" t="t" r="r" b="b"/>
            <a:pathLst>
              <a:path w="655" h="688" extrusionOk="0">
                <a:moveTo>
                  <a:pt x="227" y="365"/>
                </a:moveTo>
                <a:cubicBezTo>
                  <a:pt x="227" y="404"/>
                  <a:pt x="227" y="404"/>
                  <a:pt x="227" y="404"/>
                </a:cubicBezTo>
                <a:cubicBezTo>
                  <a:pt x="227" y="414"/>
                  <a:pt x="235" y="423"/>
                  <a:pt x="245" y="425"/>
                </a:cubicBezTo>
                <a:cubicBezTo>
                  <a:pt x="257" y="426"/>
                  <a:pt x="267" y="416"/>
                  <a:pt x="267" y="405"/>
                </a:cubicBezTo>
                <a:cubicBezTo>
                  <a:pt x="267" y="364"/>
                  <a:pt x="267" y="364"/>
                  <a:pt x="267" y="364"/>
                </a:cubicBezTo>
                <a:cubicBezTo>
                  <a:pt x="267" y="352"/>
                  <a:pt x="257" y="343"/>
                  <a:pt x="245" y="344"/>
                </a:cubicBezTo>
                <a:cubicBezTo>
                  <a:pt x="235" y="345"/>
                  <a:pt x="227" y="354"/>
                  <a:pt x="227" y="365"/>
                </a:cubicBezTo>
                <a:close/>
                <a:moveTo>
                  <a:pt x="596" y="344"/>
                </a:moveTo>
                <a:cubicBezTo>
                  <a:pt x="631" y="293"/>
                  <a:pt x="655" y="227"/>
                  <a:pt x="624" y="173"/>
                </a:cubicBezTo>
                <a:cubicBezTo>
                  <a:pt x="593" y="119"/>
                  <a:pt x="524" y="107"/>
                  <a:pt x="462" y="112"/>
                </a:cubicBezTo>
                <a:cubicBezTo>
                  <a:pt x="435" y="55"/>
                  <a:pt x="390" y="0"/>
                  <a:pt x="327" y="0"/>
                </a:cubicBezTo>
                <a:cubicBezTo>
                  <a:pt x="265" y="0"/>
                  <a:pt x="220" y="55"/>
                  <a:pt x="193" y="112"/>
                </a:cubicBezTo>
                <a:cubicBezTo>
                  <a:pt x="131" y="107"/>
                  <a:pt x="62" y="119"/>
                  <a:pt x="31" y="173"/>
                </a:cubicBezTo>
                <a:cubicBezTo>
                  <a:pt x="0" y="227"/>
                  <a:pt x="24" y="293"/>
                  <a:pt x="59" y="344"/>
                </a:cubicBezTo>
                <a:cubicBezTo>
                  <a:pt x="24" y="396"/>
                  <a:pt x="0" y="462"/>
                  <a:pt x="31" y="515"/>
                </a:cubicBezTo>
                <a:cubicBezTo>
                  <a:pt x="62" y="569"/>
                  <a:pt x="131" y="581"/>
                  <a:pt x="193" y="577"/>
                </a:cubicBezTo>
                <a:cubicBezTo>
                  <a:pt x="220" y="633"/>
                  <a:pt x="265" y="688"/>
                  <a:pt x="327" y="688"/>
                </a:cubicBezTo>
                <a:cubicBezTo>
                  <a:pt x="390" y="688"/>
                  <a:pt x="435" y="633"/>
                  <a:pt x="462" y="577"/>
                </a:cubicBezTo>
                <a:cubicBezTo>
                  <a:pt x="524" y="581"/>
                  <a:pt x="593" y="569"/>
                  <a:pt x="624" y="515"/>
                </a:cubicBezTo>
                <a:cubicBezTo>
                  <a:pt x="655" y="462"/>
                  <a:pt x="631" y="396"/>
                  <a:pt x="596" y="344"/>
                </a:cubicBezTo>
                <a:close/>
                <a:moveTo>
                  <a:pt x="453" y="209"/>
                </a:moveTo>
                <a:cubicBezTo>
                  <a:pt x="442" y="201"/>
                  <a:pt x="430" y="194"/>
                  <a:pt x="418" y="187"/>
                </a:cubicBezTo>
                <a:cubicBezTo>
                  <a:pt x="406" y="180"/>
                  <a:pt x="394" y="174"/>
                  <a:pt x="382" y="168"/>
                </a:cubicBezTo>
                <a:cubicBezTo>
                  <a:pt x="400" y="162"/>
                  <a:pt x="419" y="158"/>
                  <a:pt x="437" y="155"/>
                </a:cubicBezTo>
                <a:cubicBezTo>
                  <a:pt x="443" y="172"/>
                  <a:pt x="449" y="190"/>
                  <a:pt x="453" y="209"/>
                </a:cubicBezTo>
                <a:close/>
                <a:moveTo>
                  <a:pt x="327" y="40"/>
                </a:moveTo>
                <a:cubicBezTo>
                  <a:pt x="360" y="40"/>
                  <a:pt x="393" y="68"/>
                  <a:pt x="419" y="117"/>
                </a:cubicBezTo>
                <a:cubicBezTo>
                  <a:pt x="390" y="123"/>
                  <a:pt x="359" y="132"/>
                  <a:pt x="327" y="144"/>
                </a:cubicBezTo>
                <a:cubicBezTo>
                  <a:pt x="296" y="132"/>
                  <a:pt x="265" y="123"/>
                  <a:pt x="235" y="117"/>
                </a:cubicBezTo>
                <a:cubicBezTo>
                  <a:pt x="261" y="68"/>
                  <a:pt x="294" y="40"/>
                  <a:pt x="327" y="40"/>
                </a:cubicBezTo>
                <a:close/>
                <a:moveTo>
                  <a:pt x="218" y="155"/>
                </a:moveTo>
                <a:cubicBezTo>
                  <a:pt x="236" y="158"/>
                  <a:pt x="254" y="162"/>
                  <a:pt x="273" y="168"/>
                </a:cubicBezTo>
                <a:cubicBezTo>
                  <a:pt x="261" y="174"/>
                  <a:pt x="249" y="180"/>
                  <a:pt x="237" y="187"/>
                </a:cubicBezTo>
                <a:cubicBezTo>
                  <a:pt x="225" y="194"/>
                  <a:pt x="213" y="201"/>
                  <a:pt x="202" y="209"/>
                </a:cubicBezTo>
                <a:cubicBezTo>
                  <a:pt x="206" y="190"/>
                  <a:pt x="212" y="172"/>
                  <a:pt x="218" y="155"/>
                </a:cubicBezTo>
                <a:close/>
                <a:moveTo>
                  <a:pt x="66" y="495"/>
                </a:moveTo>
                <a:cubicBezTo>
                  <a:pt x="49" y="467"/>
                  <a:pt x="56" y="424"/>
                  <a:pt x="85" y="378"/>
                </a:cubicBezTo>
                <a:cubicBezTo>
                  <a:pt x="104" y="401"/>
                  <a:pt x="128" y="423"/>
                  <a:pt x="154" y="444"/>
                </a:cubicBezTo>
                <a:cubicBezTo>
                  <a:pt x="159" y="477"/>
                  <a:pt x="166" y="509"/>
                  <a:pt x="177" y="537"/>
                </a:cubicBezTo>
                <a:cubicBezTo>
                  <a:pt x="122" y="539"/>
                  <a:pt x="82" y="524"/>
                  <a:pt x="66" y="495"/>
                </a:cubicBezTo>
                <a:close/>
                <a:moveTo>
                  <a:pt x="147" y="385"/>
                </a:moveTo>
                <a:cubicBezTo>
                  <a:pt x="133" y="372"/>
                  <a:pt x="120" y="358"/>
                  <a:pt x="109" y="344"/>
                </a:cubicBezTo>
                <a:cubicBezTo>
                  <a:pt x="120" y="330"/>
                  <a:pt x="133" y="316"/>
                  <a:pt x="147" y="303"/>
                </a:cubicBezTo>
                <a:cubicBezTo>
                  <a:pt x="146" y="316"/>
                  <a:pt x="146" y="330"/>
                  <a:pt x="146" y="344"/>
                </a:cubicBezTo>
                <a:cubicBezTo>
                  <a:pt x="146" y="358"/>
                  <a:pt x="146" y="372"/>
                  <a:pt x="147" y="385"/>
                </a:cubicBezTo>
                <a:close/>
                <a:moveTo>
                  <a:pt x="154" y="244"/>
                </a:moveTo>
                <a:cubicBezTo>
                  <a:pt x="128" y="265"/>
                  <a:pt x="104" y="287"/>
                  <a:pt x="85" y="310"/>
                </a:cubicBezTo>
                <a:cubicBezTo>
                  <a:pt x="56" y="264"/>
                  <a:pt x="49" y="221"/>
                  <a:pt x="66" y="193"/>
                </a:cubicBezTo>
                <a:cubicBezTo>
                  <a:pt x="86" y="158"/>
                  <a:pt x="136" y="150"/>
                  <a:pt x="177" y="151"/>
                </a:cubicBezTo>
                <a:cubicBezTo>
                  <a:pt x="166" y="180"/>
                  <a:pt x="159" y="211"/>
                  <a:pt x="154" y="244"/>
                </a:cubicBezTo>
                <a:close/>
                <a:moveTo>
                  <a:pt x="202" y="479"/>
                </a:moveTo>
                <a:cubicBezTo>
                  <a:pt x="213" y="487"/>
                  <a:pt x="225" y="494"/>
                  <a:pt x="237" y="501"/>
                </a:cubicBezTo>
                <a:cubicBezTo>
                  <a:pt x="249" y="508"/>
                  <a:pt x="261" y="515"/>
                  <a:pt x="273" y="521"/>
                </a:cubicBezTo>
                <a:cubicBezTo>
                  <a:pt x="254" y="526"/>
                  <a:pt x="236" y="530"/>
                  <a:pt x="218" y="533"/>
                </a:cubicBezTo>
                <a:cubicBezTo>
                  <a:pt x="212" y="516"/>
                  <a:pt x="206" y="498"/>
                  <a:pt x="202" y="479"/>
                </a:cubicBezTo>
                <a:close/>
                <a:moveTo>
                  <a:pt x="327" y="648"/>
                </a:moveTo>
                <a:cubicBezTo>
                  <a:pt x="294" y="648"/>
                  <a:pt x="261" y="620"/>
                  <a:pt x="235" y="571"/>
                </a:cubicBezTo>
                <a:cubicBezTo>
                  <a:pt x="265" y="566"/>
                  <a:pt x="296" y="557"/>
                  <a:pt x="327" y="545"/>
                </a:cubicBezTo>
                <a:cubicBezTo>
                  <a:pt x="359" y="557"/>
                  <a:pt x="390" y="566"/>
                  <a:pt x="419" y="571"/>
                </a:cubicBezTo>
                <a:cubicBezTo>
                  <a:pt x="393" y="620"/>
                  <a:pt x="360" y="648"/>
                  <a:pt x="327" y="648"/>
                </a:cubicBezTo>
                <a:close/>
                <a:moveTo>
                  <a:pt x="437" y="533"/>
                </a:moveTo>
                <a:cubicBezTo>
                  <a:pt x="419" y="530"/>
                  <a:pt x="400" y="526"/>
                  <a:pt x="382" y="521"/>
                </a:cubicBezTo>
                <a:cubicBezTo>
                  <a:pt x="394" y="515"/>
                  <a:pt x="406" y="508"/>
                  <a:pt x="418" y="501"/>
                </a:cubicBezTo>
                <a:cubicBezTo>
                  <a:pt x="430" y="494"/>
                  <a:pt x="442" y="487"/>
                  <a:pt x="453" y="479"/>
                </a:cubicBezTo>
                <a:cubicBezTo>
                  <a:pt x="449" y="498"/>
                  <a:pt x="443" y="516"/>
                  <a:pt x="437" y="533"/>
                </a:cubicBezTo>
                <a:close/>
                <a:moveTo>
                  <a:pt x="463" y="423"/>
                </a:moveTo>
                <a:cubicBezTo>
                  <a:pt x="443" y="438"/>
                  <a:pt x="421" y="453"/>
                  <a:pt x="398" y="466"/>
                </a:cubicBezTo>
                <a:cubicBezTo>
                  <a:pt x="375" y="480"/>
                  <a:pt x="351" y="491"/>
                  <a:pt x="327" y="501"/>
                </a:cubicBezTo>
                <a:cubicBezTo>
                  <a:pt x="304" y="491"/>
                  <a:pt x="280" y="480"/>
                  <a:pt x="257" y="466"/>
                </a:cubicBezTo>
                <a:cubicBezTo>
                  <a:pt x="233" y="453"/>
                  <a:pt x="211" y="438"/>
                  <a:pt x="191" y="423"/>
                </a:cubicBezTo>
                <a:cubicBezTo>
                  <a:pt x="188" y="397"/>
                  <a:pt x="186" y="371"/>
                  <a:pt x="186" y="344"/>
                </a:cubicBezTo>
                <a:cubicBezTo>
                  <a:pt x="186" y="317"/>
                  <a:pt x="188" y="291"/>
                  <a:pt x="191" y="266"/>
                </a:cubicBezTo>
                <a:cubicBezTo>
                  <a:pt x="211" y="250"/>
                  <a:pt x="233" y="235"/>
                  <a:pt x="257" y="222"/>
                </a:cubicBezTo>
                <a:cubicBezTo>
                  <a:pt x="280" y="208"/>
                  <a:pt x="304" y="197"/>
                  <a:pt x="327" y="187"/>
                </a:cubicBezTo>
                <a:cubicBezTo>
                  <a:pt x="351" y="197"/>
                  <a:pt x="375" y="208"/>
                  <a:pt x="398" y="222"/>
                </a:cubicBezTo>
                <a:cubicBezTo>
                  <a:pt x="421" y="235"/>
                  <a:pt x="443" y="250"/>
                  <a:pt x="463" y="266"/>
                </a:cubicBezTo>
                <a:cubicBezTo>
                  <a:pt x="467" y="291"/>
                  <a:pt x="468" y="317"/>
                  <a:pt x="468" y="344"/>
                </a:cubicBezTo>
                <a:cubicBezTo>
                  <a:pt x="468" y="371"/>
                  <a:pt x="467" y="397"/>
                  <a:pt x="463" y="423"/>
                </a:cubicBezTo>
                <a:close/>
                <a:moveTo>
                  <a:pt x="589" y="193"/>
                </a:moveTo>
                <a:cubicBezTo>
                  <a:pt x="605" y="221"/>
                  <a:pt x="598" y="264"/>
                  <a:pt x="570" y="310"/>
                </a:cubicBezTo>
                <a:cubicBezTo>
                  <a:pt x="550" y="287"/>
                  <a:pt x="527" y="265"/>
                  <a:pt x="501" y="244"/>
                </a:cubicBezTo>
                <a:cubicBezTo>
                  <a:pt x="496" y="211"/>
                  <a:pt x="488" y="180"/>
                  <a:pt x="478" y="151"/>
                </a:cubicBezTo>
                <a:cubicBezTo>
                  <a:pt x="519" y="150"/>
                  <a:pt x="569" y="158"/>
                  <a:pt x="589" y="193"/>
                </a:cubicBezTo>
                <a:close/>
                <a:moveTo>
                  <a:pt x="507" y="303"/>
                </a:moveTo>
                <a:cubicBezTo>
                  <a:pt x="521" y="316"/>
                  <a:pt x="534" y="330"/>
                  <a:pt x="546" y="344"/>
                </a:cubicBezTo>
                <a:cubicBezTo>
                  <a:pt x="534" y="358"/>
                  <a:pt x="521" y="372"/>
                  <a:pt x="507" y="385"/>
                </a:cubicBezTo>
                <a:cubicBezTo>
                  <a:pt x="508" y="372"/>
                  <a:pt x="509" y="358"/>
                  <a:pt x="509" y="344"/>
                </a:cubicBezTo>
                <a:cubicBezTo>
                  <a:pt x="509" y="330"/>
                  <a:pt x="508" y="316"/>
                  <a:pt x="507" y="303"/>
                </a:cubicBezTo>
                <a:close/>
                <a:moveTo>
                  <a:pt x="589" y="495"/>
                </a:moveTo>
                <a:cubicBezTo>
                  <a:pt x="573" y="524"/>
                  <a:pt x="533" y="539"/>
                  <a:pt x="478" y="537"/>
                </a:cubicBezTo>
                <a:cubicBezTo>
                  <a:pt x="488" y="509"/>
                  <a:pt x="496" y="477"/>
                  <a:pt x="501" y="444"/>
                </a:cubicBezTo>
                <a:cubicBezTo>
                  <a:pt x="527" y="423"/>
                  <a:pt x="550" y="401"/>
                  <a:pt x="570" y="378"/>
                </a:cubicBezTo>
                <a:cubicBezTo>
                  <a:pt x="598" y="424"/>
                  <a:pt x="605" y="467"/>
                  <a:pt x="589" y="495"/>
                </a:cubicBezTo>
                <a:close/>
                <a:moveTo>
                  <a:pt x="388" y="284"/>
                </a:moveTo>
                <a:cubicBezTo>
                  <a:pt x="388" y="404"/>
                  <a:pt x="388" y="404"/>
                  <a:pt x="388" y="404"/>
                </a:cubicBezTo>
                <a:cubicBezTo>
                  <a:pt x="388" y="414"/>
                  <a:pt x="396" y="423"/>
                  <a:pt x="406" y="425"/>
                </a:cubicBezTo>
                <a:cubicBezTo>
                  <a:pt x="418" y="426"/>
                  <a:pt x="429" y="416"/>
                  <a:pt x="429" y="405"/>
                </a:cubicBezTo>
                <a:cubicBezTo>
                  <a:pt x="429" y="284"/>
                  <a:pt x="429" y="284"/>
                  <a:pt x="429" y="284"/>
                </a:cubicBezTo>
                <a:cubicBezTo>
                  <a:pt x="429" y="272"/>
                  <a:pt x="418" y="262"/>
                  <a:pt x="406" y="264"/>
                </a:cubicBezTo>
                <a:cubicBezTo>
                  <a:pt x="396" y="265"/>
                  <a:pt x="388" y="274"/>
                  <a:pt x="388" y="284"/>
                </a:cubicBezTo>
                <a:close/>
                <a:moveTo>
                  <a:pt x="308" y="324"/>
                </a:moveTo>
                <a:cubicBezTo>
                  <a:pt x="308" y="404"/>
                  <a:pt x="308" y="404"/>
                  <a:pt x="308" y="404"/>
                </a:cubicBezTo>
                <a:cubicBezTo>
                  <a:pt x="308" y="414"/>
                  <a:pt x="315" y="423"/>
                  <a:pt x="325" y="425"/>
                </a:cubicBezTo>
                <a:cubicBezTo>
                  <a:pt x="338" y="426"/>
                  <a:pt x="348" y="416"/>
                  <a:pt x="348" y="405"/>
                </a:cubicBezTo>
                <a:cubicBezTo>
                  <a:pt x="348" y="324"/>
                  <a:pt x="348" y="324"/>
                  <a:pt x="348" y="324"/>
                </a:cubicBezTo>
                <a:cubicBezTo>
                  <a:pt x="348" y="312"/>
                  <a:pt x="338" y="303"/>
                  <a:pt x="325" y="304"/>
                </a:cubicBezTo>
                <a:cubicBezTo>
                  <a:pt x="315" y="305"/>
                  <a:pt x="308" y="314"/>
                  <a:pt x="308" y="32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4443008" y="2384276"/>
            <a:ext cx="323050" cy="398600"/>
          </a:xfrm>
          <a:custGeom>
            <a:avLst/>
            <a:gdLst/>
            <a:ahLst/>
            <a:cxnLst/>
            <a:rect l="l" t="t" r="r" b="b"/>
            <a:pathLst>
              <a:path w="565" h="697" extrusionOk="0">
                <a:moveTo>
                  <a:pt x="563" y="387"/>
                </a:moveTo>
                <a:cubicBezTo>
                  <a:pt x="515" y="204"/>
                  <a:pt x="515" y="204"/>
                  <a:pt x="515" y="204"/>
                </a:cubicBezTo>
                <a:cubicBezTo>
                  <a:pt x="484" y="85"/>
                  <a:pt x="371" y="0"/>
                  <a:pt x="242" y="10"/>
                </a:cubicBezTo>
                <a:cubicBezTo>
                  <a:pt x="108" y="19"/>
                  <a:pt x="1" y="135"/>
                  <a:pt x="0" y="269"/>
                </a:cubicBezTo>
                <a:cubicBezTo>
                  <a:pt x="0" y="329"/>
                  <a:pt x="19" y="386"/>
                  <a:pt x="56" y="433"/>
                </a:cubicBezTo>
                <a:cubicBezTo>
                  <a:pt x="72" y="453"/>
                  <a:pt x="80" y="476"/>
                  <a:pt x="80" y="499"/>
                </a:cubicBezTo>
                <a:cubicBezTo>
                  <a:pt x="80" y="677"/>
                  <a:pt x="80" y="677"/>
                  <a:pt x="80" y="677"/>
                </a:cubicBezTo>
                <a:cubicBezTo>
                  <a:pt x="80" y="688"/>
                  <a:pt x="90" y="697"/>
                  <a:pt x="101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54" y="697"/>
                  <a:pt x="363" y="688"/>
                  <a:pt x="363" y="677"/>
                </a:cubicBezTo>
                <a:cubicBezTo>
                  <a:pt x="363" y="573"/>
                  <a:pt x="363" y="573"/>
                  <a:pt x="363" y="573"/>
                </a:cubicBezTo>
                <a:cubicBezTo>
                  <a:pt x="429" y="573"/>
                  <a:pt x="429" y="573"/>
                  <a:pt x="429" y="573"/>
                </a:cubicBezTo>
                <a:cubicBezTo>
                  <a:pt x="459" y="573"/>
                  <a:pt x="484" y="551"/>
                  <a:pt x="489" y="522"/>
                </a:cubicBezTo>
                <a:cubicBezTo>
                  <a:pt x="505" y="412"/>
                  <a:pt x="505" y="412"/>
                  <a:pt x="505" y="412"/>
                </a:cubicBezTo>
                <a:cubicBezTo>
                  <a:pt x="544" y="412"/>
                  <a:pt x="544" y="412"/>
                  <a:pt x="544" y="412"/>
                </a:cubicBezTo>
                <a:cubicBezTo>
                  <a:pt x="550" y="412"/>
                  <a:pt x="556" y="409"/>
                  <a:pt x="560" y="404"/>
                </a:cubicBezTo>
                <a:cubicBezTo>
                  <a:pt x="564" y="399"/>
                  <a:pt x="565" y="393"/>
                  <a:pt x="563" y="387"/>
                </a:cubicBezTo>
                <a:close/>
                <a:moveTo>
                  <a:pt x="488" y="372"/>
                </a:moveTo>
                <a:cubicBezTo>
                  <a:pt x="478" y="372"/>
                  <a:pt x="469" y="379"/>
                  <a:pt x="468" y="389"/>
                </a:cubicBezTo>
                <a:cubicBezTo>
                  <a:pt x="448" y="516"/>
                  <a:pt x="448" y="516"/>
                  <a:pt x="448" y="516"/>
                </a:cubicBezTo>
                <a:cubicBezTo>
                  <a:pt x="447" y="526"/>
                  <a:pt x="438" y="533"/>
                  <a:pt x="428" y="533"/>
                </a:cubicBezTo>
                <a:cubicBezTo>
                  <a:pt x="342" y="533"/>
                  <a:pt x="342" y="533"/>
                  <a:pt x="342" y="533"/>
                </a:cubicBezTo>
                <a:cubicBezTo>
                  <a:pt x="331" y="533"/>
                  <a:pt x="322" y="542"/>
                  <a:pt x="322" y="553"/>
                </a:cubicBezTo>
                <a:cubicBezTo>
                  <a:pt x="322" y="656"/>
                  <a:pt x="322" y="656"/>
                  <a:pt x="322" y="656"/>
                </a:cubicBezTo>
                <a:cubicBezTo>
                  <a:pt x="121" y="656"/>
                  <a:pt x="121" y="656"/>
                  <a:pt x="121" y="656"/>
                </a:cubicBezTo>
                <a:cubicBezTo>
                  <a:pt x="121" y="499"/>
                  <a:pt x="121" y="499"/>
                  <a:pt x="121" y="499"/>
                </a:cubicBezTo>
                <a:cubicBezTo>
                  <a:pt x="121" y="467"/>
                  <a:pt x="109" y="435"/>
                  <a:pt x="88" y="408"/>
                </a:cubicBezTo>
                <a:cubicBezTo>
                  <a:pt x="56" y="368"/>
                  <a:pt x="40" y="320"/>
                  <a:pt x="40" y="269"/>
                </a:cubicBezTo>
                <a:cubicBezTo>
                  <a:pt x="41" y="156"/>
                  <a:pt x="133" y="58"/>
                  <a:pt x="245" y="50"/>
                </a:cubicBezTo>
                <a:cubicBezTo>
                  <a:pt x="352" y="42"/>
                  <a:pt x="449" y="111"/>
                  <a:pt x="476" y="214"/>
                </a:cubicBezTo>
                <a:cubicBezTo>
                  <a:pt x="517" y="372"/>
                  <a:pt x="517" y="372"/>
                  <a:pt x="517" y="372"/>
                </a:cubicBezTo>
                <a:cubicBezTo>
                  <a:pt x="488" y="372"/>
                  <a:pt x="488" y="372"/>
                  <a:pt x="488" y="372"/>
                </a:cubicBezTo>
                <a:close/>
                <a:moveTo>
                  <a:pt x="221" y="210"/>
                </a:moveTo>
                <a:cubicBezTo>
                  <a:pt x="231" y="210"/>
                  <a:pt x="240" y="203"/>
                  <a:pt x="242" y="192"/>
                </a:cubicBezTo>
                <a:cubicBezTo>
                  <a:pt x="243" y="180"/>
                  <a:pt x="233" y="170"/>
                  <a:pt x="222" y="170"/>
                </a:cubicBezTo>
                <a:cubicBezTo>
                  <a:pt x="101" y="170"/>
                  <a:pt x="101" y="170"/>
                  <a:pt x="101" y="170"/>
                </a:cubicBezTo>
                <a:cubicBezTo>
                  <a:pt x="90" y="170"/>
                  <a:pt x="80" y="179"/>
                  <a:pt x="80" y="190"/>
                </a:cubicBezTo>
                <a:cubicBezTo>
                  <a:pt x="80" y="271"/>
                  <a:pt x="80" y="271"/>
                  <a:pt x="80" y="271"/>
                </a:cubicBezTo>
                <a:cubicBezTo>
                  <a:pt x="80" y="282"/>
                  <a:pt x="90" y="291"/>
                  <a:pt x="101" y="291"/>
                </a:cubicBezTo>
                <a:cubicBezTo>
                  <a:pt x="181" y="291"/>
                  <a:pt x="181" y="291"/>
                  <a:pt x="181" y="291"/>
                </a:cubicBezTo>
                <a:cubicBezTo>
                  <a:pt x="191" y="291"/>
                  <a:pt x="200" y="298"/>
                  <a:pt x="201" y="309"/>
                </a:cubicBezTo>
                <a:cubicBezTo>
                  <a:pt x="203" y="321"/>
                  <a:pt x="193" y="331"/>
                  <a:pt x="181" y="331"/>
                </a:cubicBezTo>
                <a:cubicBezTo>
                  <a:pt x="101" y="331"/>
                  <a:pt x="101" y="331"/>
                  <a:pt x="101" y="331"/>
                </a:cubicBezTo>
                <a:cubicBezTo>
                  <a:pt x="91" y="331"/>
                  <a:pt x="82" y="339"/>
                  <a:pt x="81" y="349"/>
                </a:cubicBezTo>
                <a:cubicBezTo>
                  <a:pt x="79" y="361"/>
                  <a:pt x="89" y="372"/>
                  <a:pt x="101" y="372"/>
                </a:cubicBezTo>
                <a:cubicBezTo>
                  <a:pt x="180" y="372"/>
                  <a:pt x="180" y="372"/>
                  <a:pt x="180" y="372"/>
                </a:cubicBezTo>
                <a:cubicBezTo>
                  <a:pt x="212" y="372"/>
                  <a:pt x="240" y="346"/>
                  <a:pt x="242" y="314"/>
                </a:cubicBezTo>
                <a:cubicBezTo>
                  <a:pt x="243" y="280"/>
                  <a:pt x="216" y="251"/>
                  <a:pt x="181" y="251"/>
                </a:cubicBezTo>
                <a:cubicBezTo>
                  <a:pt x="121" y="251"/>
                  <a:pt x="121" y="251"/>
                  <a:pt x="121" y="251"/>
                </a:cubicBezTo>
                <a:cubicBezTo>
                  <a:pt x="121" y="210"/>
                  <a:pt x="121" y="210"/>
                  <a:pt x="121" y="210"/>
                </a:cubicBezTo>
                <a:lnTo>
                  <a:pt x="221" y="210"/>
                </a:lnTo>
                <a:close/>
                <a:moveTo>
                  <a:pt x="342" y="210"/>
                </a:moveTo>
                <a:cubicBezTo>
                  <a:pt x="423" y="210"/>
                  <a:pt x="423" y="210"/>
                  <a:pt x="423" y="210"/>
                </a:cubicBezTo>
                <a:cubicBezTo>
                  <a:pt x="433" y="210"/>
                  <a:pt x="442" y="203"/>
                  <a:pt x="443" y="192"/>
                </a:cubicBezTo>
                <a:cubicBezTo>
                  <a:pt x="444" y="180"/>
                  <a:pt x="435" y="170"/>
                  <a:pt x="423" y="170"/>
                </a:cubicBezTo>
                <a:cubicBezTo>
                  <a:pt x="342" y="170"/>
                  <a:pt x="342" y="170"/>
                  <a:pt x="342" y="170"/>
                </a:cubicBezTo>
                <a:cubicBezTo>
                  <a:pt x="309" y="170"/>
                  <a:pt x="282" y="197"/>
                  <a:pt x="282" y="230"/>
                </a:cubicBezTo>
                <a:cubicBezTo>
                  <a:pt x="282" y="311"/>
                  <a:pt x="282" y="311"/>
                  <a:pt x="282" y="311"/>
                </a:cubicBezTo>
                <a:cubicBezTo>
                  <a:pt x="282" y="344"/>
                  <a:pt x="309" y="372"/>
                  <a:pt x="342" y="372"/>
                </a:cubicBezTo>
                <a:cubicBezTo>
                  <a:pt x="423" y="372"/>
                  <a:pt x="423" y="372"/>
                  <a:pt x="423" y="372"/>
                </a:cubicBezTo>
                <a:cubicBezTo>
                  <a:pt x="434" y="372"/>
                  <a:pt x="443" y="363"/>
                  <a:pt x="443" y="351"/>
                </a:cubicBezTo>
                <a:cubicBezTo>
                  <a:pt x="443" y="271"/>
                  <a:pt x="443" y="271"/>
                  <a:pt x="443" y="271"/>
                </a:cubicBezTo>
                <a:cubicBezTo>
                  <a:pt x="443" y="260"/>
                  <a:pt x="434" y="251"/>
                  <a:pt x="423" y="251"/>
                </a:cubicBezTo>
                <a:cubicBezTo>
                  <a:pt x="383" y="251"/>
                  <a:pt x="383" y="251"/>
                  <a:pt x="383" y="251"/>
                </a:cubicBezTo>
                <a:cubicBezTo>
                  <a:pt x="373" y="251"/>
                  <a:pt x="364" y="258"/>
                  <a:pt x="363" y="269"/>
                </a:cubicBezTo>
                <a:cubicBezTo>
                  <a:pt x="361" y="281"/>
                  <a:pt x="371" y="291"/>
                  <a:pt x="383" y="291"/>
                </a:cubicBezTo>
                <a:cubicBezTo>
                  <a:pt x="403" y="291"/>
                  <a:pt x="403" y="291"/>
                  <a:pt x="403" y="291"/>
                </a:cubicBezTo>
                <a:cubicBezTo>
                  <a:pt x="403" y="331"/>
                  <a:pt x="403" y="331"/>
                  <a:pt x="403" y="331"/>
                </a:cubicBezTo>
                <a:cubicBezTo>
                  <a:pt x="342" y="331"/>
                  <a:pt x="342" y="331"/>
                  <a:pt x="342" y="331"/>
                </a:cubicBezTo>
                <a:cubicBezTo>
                  <a:pt x="331" y="331"/>
                  <a:pt x="322" y="322"/>
                  <a:pt x="322" y="311"/>
                </a:cubicBezTo>
                <a:cubicBezTo>
                  <a:pt x="322" y="230"/>
                  <a:pt x="322" y="230"/>
                  <a:pt x="322" y="230"/>
                </a:cubicBezTo>
                <a:cubicBezTo>
                  <a:pt x="322" y="219"/>
                  <a:pt x="331" y="210"/>
                  <a:pt x="342" y="21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84" y="1635876"/>
            <a:ext cx="7041566" cy="3106327"/>
          </a:xfrm>
          <a:prstGeom prst="rect">
            <a:avLst/>
          </a:prstGeom>
        </p:spPr>
      </p:pic>
      <p:sp>
        <p:nvSpPr>
          <p:cNvPr id="425" name="Google Shape;425;p34"/>
          <p:cNvSpPr txBox="1">
            <a:spLocks noGrp="1"/>
          </p:cNvSpPr>
          <p:nvPr>
            <p:ph type="subTitle" idx="6"/>
          </p:nvPr>
        </p:nvSpPr>
        <p:spPr>
          <a:xfrm>
            <a:off x="5726438" y="1625314"/>
            <a:ext cx="2576700" cy="4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/>
              <a:t>Use Name Column to excute Model and Brand Name</a:t>
            </a:r>
            <a:endParaRPr sz="1400" dirty="0"/>
          </a:p>
        </p:txBody>
      </p:sp>
      <p:sp>
        <p:nvSpPr>
          <p:cNvPr id="14" name="Google Shape;425;p34"/>
          <p:cNvSpPr txBox="1">
            <a:spLocks noGrp="1"/>
          </p:cNvSpPr>
          <p:nvPr>
            <p:ph type="subTitle" idx="6"/>
          </p:nvPr>
        </p:nvSpPr>
        <p:spPr>
          <a:xfrm>
            <a:off x="5924355" y="2485247"/>
            <a:ext cx="2576700" cy="4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smtClean="0"/>
              <a:t>Drop new price column because it has high null percentage 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 txBox="1">
            <a:spLocks noGrp="1"/>
          </p:cNvSpPr>
          <p:nvPr>
            <p:ph type="title"/>
          </p:nvPr>
        </p:nvSpPr>
        <p:spPr>
          <a:xfrm>
            <a:off x="720000" y="3501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2000" dirty="0"/>
              <a:t>Try Different Models to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Reach </a:t>
            </a:r>
            <a:r>
              <a:rPr lang="en-US" sz="2000" dirty="0"/>
              <a:t>higher accuracy</a:t>
            </a:r>
            <a:endParaRPr lang="en-US" sz="2000" dirty="0"/>
          </a:p>
        </p:txBody>
      </p:sp>
      <p:sp>
        <p:nvSpPr>
          <p:cNvPr id="446" name="Google Shape;446;p35"/>
          <p:cNvSpPr/>
          <p:nvPr/>
        </p:nvSpPr>
        <p:spPr>
          <a:xfrm>
            <a:off x="1631671" y="2857885"/>
            <a:ext cx="873583" cy="495161"/>
          </a:xfrm>
          <a:custGeom>
            <a:avLst/>
            <a:gdLst/>
            <a:ahLst/>
            <a:cxnLst/>
            <a:rect l="l" t="t" r="r" b="b"/>
            <a:pathLst>
              <a:path w="689" h="604" extrusionOk="0">
                <a:moveTo>
                  <a:pt x="185" y="443"/>
                </a:moveTo>
                <a:cubicBezTo>
                  <a:pt x="104" y="443"/>
                  <a:pt x="104" y="443"/>
                  <a:pt x="104" y="443"/>
                </a:cubicBezTo>
                <a:cubicBezTo>
                  <a:pt x="93" y="443"/>
                  <a:pt x="84" y="452"/>
                  <a:pt x="84" y="463"/>
                </a:cubicBezTo>
                <a:cubicBezTo>
                  <a:pt x="84" y="584"/>
                  <a:pt x="84" y="584"/>
                  <a:pt x="84" y="584"/>
                </a:cubicBezTo>
                <a:cubicBezTo>
                  <a:pt x="84" y="595"/>
                  <a:pt x="93" y="604"/>
                  <a:pt x="104" y="604"/>
                </a:cubicBezTo>
                <a:cubicBezTo>
                  <a:pt x="185" y="604"/>
                  <a:pt x="185" y="604"/>
                  <a:pt x="185" y="604"/>
                </a:cubicBezTo>
                <a:cubicBezTo>
                  <a:pt x="196" y="604"/>
                  <a:pt x="205" y="595"/>
                  <a:pt x="205" y="584"/>
                </a:cubicBezTo>
                <a:cubicBezTo>
                  <a:pt x="205" y="463"/>
                  <a:pt x="205" y="463"/>
                  <a:pt x="205" y="463"/>
                </a:cubicBezTo>
                <a:cubicBezTo>
                  <a:pt x="205" y="452"/>
                  <a:pt x="196" y="443"/>
                  <a:pt x="185" y="443"/>
                </a:cubicBezTo>
                <a:close/>
                <a:moveTo>
                  <a:pt x="165" y="564"/>
                </a:moveTo>
                <a:cubicBezTo>
                  <a:pt x="125" y="564"/>
                  <a:pt x="125" y="564"/>
                  <a:pt x="125" y="564"/>
                </a:cubicBezTo>
                <a:cubicBezTo>
                  <a:pt x="125" y="483"/>
                  <a:pt x="125" y="483"/>
                  <a:pt x="125" y="483"/>
                </a:cubicBezTo>
                <a:cubicBezTo>
                  <a:pt x="165" y="483"/>
                  <a:pt x="165" y="483"/>
                  <a:pt x="165" y="483"/>
                </a:cubicBezTo>
                <a:lnTo>
                  <a:pt x="165" y="564"/>
                </a:lnTo>
                <a:close/>
                <a:moveTo>
                  <a:pt x="162" y="144"/>
                </a:moveTo>
                <a:cubicBezTo>
                  <a:pt x="164" y="109"/>
                  <a:pt x="136" y="80"/>
                  <a:pt x="102" y="80"/>
                </a:cubicBezTo>
                <a:cubicBezTo>
                  <a:pt x="41" y="80"/>
                  <a:pt x="41" y="80"/>
                  <a:pt x="41" y="80"/>
                </a:cubicBezTo>
                <a:cubicBezTo>
                  <a:pt x="41" y="40"/>
                  <a:pt x="41" y="40"/>
                  <a:pt x="41" y="40"/>
                </a:cubicBezTo>
                <a:cubicBezTo>
                  <a:pt x="142" y="40"/>
                  <a:pt x="142" y="40"/>
                  <a:pt x="142" y="40"/>
                </a:cubicBezTo>
                <a:cubicBezTo>
                  <a:pt x="152" y="40"/>
                  <a:pt x="161" y="33"/>
                  <a:pt x="162" y="22"/>
                </a:cubicBezTo>
                <a:cubicBezTo>
                  <a:pt x="163" y="10"/>
                  <a:pt x="154" y="0"/>
                  <a:pt x="142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0" y="0"/>
                  <a:pt x="1" y="9"/>
                  <a:pt x="1" y="20"/>
                </a:cubicBezTo>
                <a:cubicBezTo>
                  <a:pt x="1" y="101"/>
                  <a:pt x="1" y="101"/>
                  <a:pt x="1" y="101"/>
                </a:cubicBezTo>
                <a:cubicBezTo>
                  <a:pt x="1" y="112"/>
                  <a:pt x="10" y="121"/>
                  <a:pt x="21" y="121"/>
                </a:cubicBezTo>
                <a:cubicBezTo>
                  <a:pt x="101" y="121"/>
                  <a:pt x="101" y="121"/>
                  <a:pt x="101" y="121"/>
                </a:cubicBezTo>
                <a:cubicBezTo>
                  <a:pt x="112" y="121"/>
                  <a:pt x="121" y="128"/>
                  <a:pt x="122" y="139"/>
                </a:cubicBezTo>
                <a:cubicBezTo>
                  <a:pt x="123" y="151"/>
                  <a:pt x="114" y="161"/>
                  <a:pt x="102" y="161"/>
                </a:cubicBezTo>
                <a:cubicBezTo>
                  <a:pt x="22" y="161"/>
                  <a:pt x="22" y="161"/>
                  <a:pt x="22" y="161"/>
                </a:cubicBezTo>
                <a:cubicBezTo>
                  <a:pt x="11" y="161"/>
                  <a:pt x="2" y="169"/>
                  <a:pt x="1" y="179"/>
                </a:cubicBezTo>
                <a:cubicBezTo>
                  <a:pt x="0" y="191"/>
                  <a:pt x="9" y="201"/>
                  <a:pt x="21" y="201"/>
                </a:cubicBezTo>
                <a:cubicBezTo>
                  <a:pt x="101" y="201"/>
                  <a:pt x="101" y="201"/>
                  <a:pt x="101" y="201"/>
                </a:cubicBezTo>
                <a:cubicBezTo>
                  <a:pt x="132" y="201"/>
                  <a:pt x="160" y="176"/>
                  <a:pt x="162" y="144"/>
                </a:cubicBezTo>
                <a:close/>
                <a:moveTo>
                  <a:pt x="344" y="201"/>
                </a:moveTo>
                <a:cubicBezTo>
                  <a:pt x="355" y="201"/>
                  <a:pt x="364" y="192"/>
                  <a:pt x="364" y="181"/>
                </a:cubicBezTo>
                <a:cubicBezTo>
                  <a:pt x="364" y="101"/>
                  <a:pt x="364" y="101"/>
                  <a:pt x="364" y="101"/>
                </a:cubicBezTo>
                <a:cubicBezTo>
                  <a:pt x="364" y="89"/>
                  <a:pt x="355" y="80"/>
                  <a:pt x="344" y="80"/>
                </a:cubicBezTo>
                <a:cubicBezTo>
                  <a:pt x="304" y="80"/>
                  <a:pt x="304" y="80"/>
                  <a:pt x="304" y="80"/>
                </a:cubicBezTo>
                <a:cubicBezTo>
                  <a:pt x="293" y="80"/>
                  <a:pt x="284" y="88"/>
                  <a:pt x="283" y="98"/>
                </a:cubicBezTo>
                <a:cubicBezTo>
                  <a:pt x="282" y="110"/>
                  <a:pt x="291" y="121"/>
                  <a:pt x="303" y="121"/>
                </a:cubicBezTo>
                <a:cubicBezTo>
                  <a:pt x="323" y="121"/>
                  <a:pt x="323" y="121"/>
                  <a:pt x="323" y="121"/>
                </a:cubicBezTo>
                <a:cubicBezTo>
                  <a:pt x="323" y="161"/>
                  <a:pt x="323" y="161"/>
                  <a:pt x="323" y="161"/>
                </a:cubicBezTo>
                <a:cubicBezTo>
                  <a:pt x="263" y="161"/>
                  <a:pt x="263" y="161"/>
                  <a:pt x="263" y="161"/>
                </a:cubicBezTo>
                <a:cubicBezTo>
                  <a:pt x="252" y="161"/>
                  <a:pt x="243" y="152"/>
                  <a:pt x="243" y="141"/>
                </a:cubicBezTo>
                <a:cubicBezTo>
                  <a:pt x="243" y="60"/>
                  <a:pt x="243" y="60"/>
                  <a:pt x="243" y="60"/>
                </a:cubicBezTo>
                <a:cubicBezTo>
                  <a:pt x="243" y="49"/>
                  <a:pt x="252" y="40"/>
                  <a:pt x="263" y="40"/>
                </a:cubicBezTo>
                <a:cubicBezTo>
                  <a:pt x="343" y="40"/>
                  <a:pt x="343" y="40"/>
                  <a:pt x="343" y="40"/>
                </a:cubicBezTo>
                <a:cubicBezTo>
                  <a:pt x="353" y="40"/>
                  <a:pt x="363" y="33"/>
                  <a:pt x="364" y="22"/>
                </a:cubicBezTo>
                <a:cubicBezTo>
                  <a:pt x="365" y="10"/>
                  <a:pt x="355" y="0"/>
                  <a:pt x="344" y="0"/>
                </a:cubicBezTo>
                <a:cubicBezTo>
                  <a:pt x="263" y="0"/>
                  <a:pt x="263" y="0"/>
                  <a:pt x="263" y="0"/>
                </a:cubicBezTo>
                <a:cubicBezTo>
                  <a:pt x="230" y="0"/>
                  <a:pt x="203" y="27"/>
                  <a:pt x="203" y="60"/>
                </a:cubicBezTo>
                <a:cubicBezTo>
                  <a:pt x="203" y="141"/>
                  <a:pt x="203" y="141"/>
                  <a:pt x="203" y="141"/>
                </a:cubicBezTo>
                <a:cubicBezTo>
                  <a:pt x="203" y="174"/>
                  <a:pt x="230" y="201"/>
                  <a:pt x="263" y="201"/>
                </a:cubicBezTo>
                <a:lnTo>
                  <a:pt x="344" y="201"/>
                </a:lnTo>
                <a:close/>
                <a:moveTo>
                  <a:pt x="669" y="40"/>
                </a:moveTo>
                <a:cubicBezTo>
                  <a:pt x="588" y="40"/>
                  <a:pt x="588" y="40"/>
                  <a:pt x="588" y="40"/>
                </a:cubicBezTo>
                <a:cubicBezTo>
                  <a:pt x="577" y="40"/>
                  <a:pt x="568" y="49"/>
                  <a:pt x="568" y="60"/>
                </a:cubicBezTo>
                <a:cubicBezTo>
                  <a:pt x="568" y="584"/>
                  <a:pt x="568" y="584"/>
                  <a:pt x="568" y="584"/>
                </a:cubicBezTo>
                <a:cubicBezTo>
                  <a:pt x="568" y="595"/>
                  <a:pt x="577" y="604"/>
                  <a:pt x="588" y="604"/>
                </a:cubicBezTo>
                <a:cubicBezTo>
                  <a:pt x="669" y="604"/>
                  <a:pt x="669" y="604"/>
                  <a:pt x="669" y="604"/>
                </a:cubicBezTo>
                <a:cubicBezTo>
                  <a:pt x="680" y="604"/>
                  <a:pt x="689" y="595"/>
                  <a:pt x="689" y="584"/>
                </a:cubicBezTo>
                <a:cubicBezTo>
                  <a:pt x="689" y="60"/>
                  <a:pt x="689" y="60"/>
                  <a:pt x="689" y="60"/>
                </a:cubicBezTo>
                <a:cubicBezTo>
                  <a:pt x="689" y="49"/>
                  <a:pt x="680" y="40"/>
                  <a:pt x="669" y="40"/>
                </a:cubicBezTo>
                <a:close/>
                <a:moveTo>
                  <a:pt x="649" y="564"/>
                </a:moveTo>
                <a:cubicBezTo>
                  <a:pt x="608" y="564"/>
                  <a:pt x="608" y="564"/>
                  <a:pt x="608" y="564"/>
                </a:cubicBezTo>
                <a:cubicBezTo>
                  <a:pt x="608" y="80"/>
                  <a:pt x="608" y="80"/>
                  <a:pt x="608" y="80"/>
                </a:cubicBezTo>
                <a:cubicBezTo>
                  <a:pt x="649" y="80"/>
                  <a:pt x="649" y="80"/>
                  <a:pt x="649" y="80"/>
                </a:cubicBezTo>
                <a:lnTo>
                  <a:pt x="649" y="564"/>
                </a:lnTo>
                <a:close/>
                <a:moveTo>
                  <a:pt x="346" y="322"/>
                </a:moveTo>
                <a:cubicBezTo>
                  <a:pt x="266" y="322"/>
                  <a:pt x="266" y="322"/>
                  <a:pt x="266" y="322"/>
                </a:cubicBezTo>
                <a:cubicBezTo>
                  <a:pt x="255" y="322"/>
                  <a:pt x="246" y="331"/>
                  <a:pt x="246" y="342"/>
                </a:cubicBezTo>
                <a:cubicBezTo>
                  <a:pt x="246" y="584"/>
                  <a:pt x="246" y="584"/>
                  <a:pt x="246" y="584"/>
                </a:cubicBezTo>
                <a:cubicBezTo>
                  <a:pt x="246" y="595"/>
                  <a:pt x="255" y="604"/>
                  <a:pt x="266" y="604"/>
                </a:cubicBezTo>
                <a:cubicBezTo>
                  <a:pt x="346" y="604"/>
                  <a:pt x="346" y="604"/>
                  <a:pt x="346" y="604"/>
                </a:cubicBezTo>
                <a:cubicBezTo>
                  <a:pt x="357" y="604"/>
                  <a:pt x="366" y="595"/>
                  <a:pt x="366" y="584"/>
                </a:cubicBezTo>
                <a:cubicBezTo>
                  <a:pt x="366" y="342"/>
                  <a:pt x="366" y="342"/>
                  <a:pt x="366" y="342"/>
                </a:cubicBezTo>
                <a:cubicBezTo>
                  <a:pt x="366" y="331"/>
                  <a:pt x="357" y="322"/>
                  <a:pt x="346" y="322"/>
                </a:cubicBezTo>
                <a:close/>
                <a:moveTo>
                  <a:pt x="326" y="564"/>
                </a:moveTo>
                <a:cubicBezTo>
                  <a:pt x="286" y="564"/>
                  <a:pt x="286" y="564"/>
                  <a:pt x="286" y="564"/>
                </a:cubicBezTo>
                <a:cubicBezTo>
                  <a:pt x="286" y="363"/>
                  <a:pt x="286" y="363"/>
                  <a:pt x="286" y="363"/>
                </a:cubicBezTo>
                <a:cubicBezTo>
                  <a:pt x="326" y="363"/>
                  <a:pt x="326" y="363"/>
                  <a:pt x="326" y="363"/>
                </a:cubicBezTo>
                <a:lnTo>
                  <a:pt x="326" y="564"/>
                </a:lnTo>
                <a:close/>
                <a:moveTo>
                  <a:pt x="508" y="161"/>
                </a:moveTo>
                <a:cubicBezTo>
                  <a:pt x="427" y="161"/>
                  <a:pt x="427" y="161"/>
                  <a:pt x="427" y="161"/>
                </a:cubicBezTo>
                <a:cubicBezTo>
                  <a:pt x="416" y="161"/>
                  <a:pt x="407" y="170"/>
                  <a:pt x="407" y="181"/>
                </a:cubicBezTo>
                <a:cubicBezTo>
                  <a:pt x="407" y="584"/>
                  <a:pt x="407" y="584"/>
                  <a:pt x="407" y="584"/>
                </a:cubicBezTo>
                <a:cubicBezTo>
                  <a:pt x="407" y="595"/>
                  <a:pt x="416" y="604"/>
                  <a:pt x="427" y="604"/>
                </a:cubicBezTo>
                <a:cubicBezTo>
                  <a:pt x="508" y="604"/>
                  <a:pt x="508" y="604"/>
                  <a:pt x="508" y="604"/>
                </a:cubicBezTo>
                <a:cubicBezTo>
                  <a:pt x="519" y="604"/>
                  <a:pt x="528" y="595"/>
                  <a:pt x="528" y="584"/>
                </a:cubicBezTo>
                <a:cubicBezTo>
                  <a:pt x="528" y="181"/>
                  <a:pt x="528" y="181"/>
                  <a:pt x="528" y="181"/>
                </a:cubicBezTo>
                <a:cubicBezTo>
                  <a:pt x="528" y="170"/>
                  <a:pt x="519" y="161"/>
                  <a:pt x="508" y="161"/>
                </a:cubicBezTo>
                <a:close/>
                <a:moveTo>
                  <a:pt x="487" y="564"/>
                </a:moveTo>
                <a:cubicBezTo>
                  <a:pt x="447" y="564"/>
                  <a:pt x="447" y="564"/>
                  <a:pt x="447" y="564"/>
                </a:cubicBezTo>
                <a:cubicBezTo>
                  <a:pt x="447" y="201"/>
                  <a:pt x="447" y="201"/>
                  <a:pt x="447" y="201"/>
                </a:cubicBezTo>
                <a:cubicBezTo>
                  <a:pt x="487" y="201"/>
                  <a:pt x="487" y="201"/>
                  <a:pt x="487" y="201"/>
                </a:cubicBezTo>
                <a:lnTo>
                  <a:pt x="487" y="56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6"/>
          </p:nvPr>
        </p:nvSpPr>
        <p:spPr>
          <a:xfrm>
            <a:off x="720000" y="3600943"/>
            <a:ext cx="2967000" cy="545153"/>
          </a:xfrm>
        </p:spPr>
        <p:txBody>
          <a:bodyPr/>
          <a:lstStyle/>
          <a:p>
            <a:pPr algn="ctr"/>
            <a:r>
              <a:rPr lang="en-US" dirty="0" smtClean="0"/>
              <a:t>This model got</a:t>
            </a:r>
          </a:p>
          <a:p>
            <a:pPr algn="ctr"/>
            <a:r>
              <a:rPr lang="en-US" dirty="0" smtClean="0"/>
              <a:t>68.2% accuracy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925" y="1103238"/>
            <a:ext cx="5115160" cy="4040262"/>
          </a:xfrm>
          <a:prstGeom prst="rect">
            <a:avLst/>
          </a:prstGeom>
        </p:spPr>
      </p:pic>
      <p:sp>
        <p:nvSpPr>
          <p:cNvPr id="24" name="Subtitle 2"/>
          <p:cNvSpPr>
            <a:spLocks noGrp="1"/>
          </p:cNvSpPr>
          <p:nvPr>
            <p:ph type="subTitle" idx="6"/>
          </p:nvPr>
        </p:nvSpPr>
        <p:spPr>
          <a:xfrm>
            <a:off x="872400" y="1481956"/>
            <a:ext cx="2967000" cy="1121584"/>
          </a:xfrm>
        </p:spPr>
        <p:txBody>
          <a:bodyPr/>
          <a:lstStyle/>
          <a:p>
            <a:r>
              <a:rPr lang="en-US" dirty="0"/>
              <a:t>Linear Regression with Train Test Split Method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6"/>
          </p:nvPr>
        </p:nvSpPr>
        <p:spPr>
          <a:xfrm>
            <a:off x="-461746" y="1020021"/>
            <a:ext cx="2967000" cy="545153"/>
          </a:xfrm>
        </p:spPr>
        <p:txBody>
          <a:bodyPr/>
          <a:lstStyle/>
          <a:p>
            <a:pPr algn="ctr"/>
            <a:r>
              <a:rPr lang="en-US" dirty="0" smtClean="0"/>
              <a:t>Experiment 1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 txBox="1">
            <a:spLocks noGrp="1"/>
          </p:cNvSpPr>
          <p:nvPr>
            <p:ph type="title"/>
          </p:nvPr>
        </p:nvSpPr>
        <p:spPr>
          <a:xfrm>
            <a:off x="720000" y="3501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2000" dirty="0"/>
              <a:t>Try Different Models to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Reach </a:t>
            </a:r>
            <a:r>
              <a:rPr lang="en-US" sz="2000" dirty="0"/>
              <a:t>higher accuracy</a:t>
            </a:r>
            <a:endParaRPr lang="en-US" sz="2000" dirty="0"/>
          </a:p>
        </p:txBody>
      </p:sp>
      <p:sp>
        <p:nvSpPr>
          <p:cNvPr id="446" name="Google Shape;446;p35"/>
          <p:cNvSpPr/>
          <p:nvPr/>
        </p:nvSpPr>
        <p:spPr>
          <a:xfrm>
            <a:off x="1273331" y="2846798"/>
            <a:ext cx="873583" cy="495161"/>
          </a:xfrm>
          <a:custGeom>
            <a:avLst/>
            <a:gdLst/>
            <a:ahLst/>
            <a:cxnLst/>
            <a:rect l="l" t="t" r="r" b="b"/>
            <a:pathLst>
              <a:path w="689" h="604" extrusionOk="0">
                <a:moveTo>
                  <a:pt x="185" y="443"/>
                </a:moveTo>
                <a:cubicBezTo>
                  <a:pt x="104" y="443"/>
                  <a:pt x="104" y="443"/>
                  <a:pt x="104" y="443"/>
                </a:cubicBezTo>
                <a:cubicBezTo>
                  <a:pt x="93" y="443"/>
                  <a:pt x="84" y="452"/>
                  <a:pt x="84" y="463"/>
                </a:cubicBezTo>
                <a:cubicBezTo>
                  <a:pt x="84" y="584"/>
                  <a:pt x="84" y="584"/>
                  <a:pt x="84" y="584"/>
                </a:cubicBezTo>
                <a:cubicBezTo>
                  <a:pt x="84" y="595"/>
                  <a:pt x="93" y="604"/>
                  <a:pt x="104" y="604"/>
                </a:cubicBezTo>
                <a:cubicBezTo>
                  <a:pt x="185" y="604"/>
                  <a:pt x="185" y="604"/>
                  <a:pt x="185" y="604"/>
                </a:cubicBezTo>
                <a:cubicBezTo>
                  <a:pt x="196" y="604"/>
                  <a:pt x="205" y="595"/>
                  <a:pt x="205" y="584"/>
                </a:cubicBezTo>
                <a:cubicBezTo>
                  <a:pt x="205" y="463"/>
                  <a:pt x="205" y="463"/>
                  <a:pt x="205" y="463"/>
                </a:cubicBezTo>
                <a:cubicBezTo>
                  <a:pt x="205" y="452"/>
                  <a:pt x="196" y="443"/>
                  <a:pt x="185" y="443"/>
                </a:cubicBezTo>
                <a:close/>
                <a:moveTo>
                  <a:pt x="165" y="564"/>
                </a:moveTo>
                <a:cubicBezTo>
                  <a:pt x="125" y="564"/>
                  <a:pt x="125" y="564"/>
                  <a:pt x="125" y="564"/>
                </a:cubicBezTo>
                <a:cubicBezTo>
                  <a:pt x="125" y="483"/>
                  <a:pt x="125" y="483"/>
                  <a:pt x="125" y="483"/>
                </a:cubicBezTo>
                <a:cubicBezTo>
                  <a:pt x="165" y="483"/>
                  <a:pt x="165" y="483"/>
                  <a:pt x="165" y="483"/>
                </a:cubicBezTo>
                <a:lnTo>
                  <a:pt x="165" y="564"/>
                </a:lnTo>
                <a:close/>
                <a:moveTo>
                  <a:pt x="162" y="144"/>
                </a:moveTo>
                <a:cubicBezTo>
                  <a:pt x="164" y="109"/>
                  <a:pt x="136" y="80"/>
                  <a:pt x="102" y="80"/>
                </a:cubicBezTo>
                <a:cubicBezTo>
                  <a:pt x="41" y="80"/>
                  <a:pt x="41" y="80"/>
                  <a:pt x="41" y="80"/>
                </a:cubicBezTo>
                <a:cubicBezTo>
                  <a:pt x="41" y="40"/>
                  <a:pt x="41" y="40"/>
                  <a:pt x="41" y="40"/>
                </a:cubicBezTo>
                <a:cubicBezTo>
                  <a:pt x="142" y="40"/>
                  <a:pt x="142" y="40"/>
                  <a:pt x="142" y="40"/>
                </a:cubicBezTo>
                <a:cubicBezTo>
                  <a:pt x="152" y="40"/>
                  <a:pt x="161" y="33"/>
                  <a:pt x="162" y="22"/>
                </a:cubicBezTo>
                <a:cubicBezTo>
                  <a:pt x="163" y="10"/>
                  <a:pt x="154" y="0"/>
                  <a:pt x="142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0" y="0"/>
                  <a:pt x="1" y="9"/>
                  <a:pt x="1" y="20"/>
                </a:cubicBezTo>
                <a:cubicBezTo>
                  <a:pt x="1" y="101"/>
                  <a:pt x="1" y="101"/>
                  <a:pt x="1" y="101"/>
                </a:cubicBezTo>
                <a:cubicBezTo>
                  <a:pt x="1" y="112"/>
                  <a:pt x="10" y="121"/>
                  <a:pt x="21" y="121"/>
                </a:cubicBezTo>
                <a:cubicBezTo>
                  <a:pt x="101" y="121"/>
                  <a:pt x="101" y="121"/>
                  <a:pt x="101" y="121"/>
                </a:cubicBezTo>
                <a:cubicBezTo>
                  <a:pt x="112" y="121"/>
                  <a:pt x="121" y="128"/>
                  <a:pt x="122" y="139"/>
                </a:cubicBezTo>
                <a:cubicBezTo>
                  <a:pt x="123" y="151"/>
                  <a:pt x="114" y="161"/>
                  <a:pt x="102" y="161"/>
                </a:cubicBezTo>
                <a:cubicBezTo>
                  <a:pt x="22" y="161"/>
                  <a:pt x="22" y="161"/>
                  <a:pt x="22" y="161"/>
                </a:cubicBezTo>
                <a:cubicBezTo>
                  <a:pt x="11" y="161"/>
                  <a:pt x="2" y="169"/>
                  <a:pt x="1" y="179"/>
                </a:cubicBezTo>
                <a:cubicBezTo>
                  <a:pt x="0" y="191"/>
                  <a:pt x="9" y="201"/>
                  <a:pt x="21" y="201"/>
                </a:cubicBezTo>
                <a:cubicBezTo>
                  <a:pt x="101" y="201"/>
                  <a:pt x="101" y="201"/>
                  <a:pt x="101" y="201"/>
                </a:cubicBezTo>
                <a:cubicBezTo>
                  <a:pt x="132" y="201"/>
                  <a:pt x="160" y="176"/>
                  <a:pt x="162" y="144"/>
                </a:cubicBezTo>
                <a:close/>
                <a:moveTo>
                  <a:pt x="344" y="201"/>
                </a:moveTo>
                <a:cubicBezTo>
                  <a:pt x="355" y="201"/>
                  <a:pt x="364" y="192"/>
                  <a:pt x="364" y="181"/>
                </a:cubicBezTo>
                <a:cubicBezTo>
                  <a:pt x="364" y="101"/>
                  <a:pt x="364" y="101"/>
                  <a:pt x="364" y="101"/>
                </a:cubicBezTo>
                <a:cubicBezTo>
                  <a:pt x="364" y="89"/>
                  <a:pt x="355" y="80"/>
                  <a:pt x="344" y="80"/>
                </a:cubicBezTo>
                <a:cubicBezTo>
                  <a:pt x="304" y="80"/>
                  <a:pt x="304" y="80"/>
                  <a:pt x="304" y="80"/>
                </a:cubicBezTo>
                <a:cubicBezTo>
                  <a:pt x="293" y="80"/>
                  <a:pt x="284" y="88"/>
                  <a:pt x="283" y="98"/>
                </a:cubicBezTo>
                <a:cubicBezTo>
                  <a:pt x="282" y="110"/>
                  <a:pt x="291" y="121"/>
                  <a:pt x="303" y="121"/>
                </a:cubicBezTo>
                <a:cubicBezTo>
                  <a:pt x="323" y="121"/>
                  <a:pt x="323" y="121"/>
                  <a:pt x="323" y="121"/>
                </a:cubicBezTo>
                <a:cubicBezTo>
                  <a:pt x="323" y="161"/>
                  <a:pt x="323" y="161"/>
                  <a:pt x="323" y="161"/>
                </a:cubicBezTo>
                <a:cubicBezTo>
                  <a:pt x="263" y="161"/>
                  <a:pt x="263" y="161"/>
                  <a:pt x="263" y="161"/>
                </a:cubicBezTo>
                <a:cubicBezTo>
                  <a:pt x="252" y="161"/>
                  <a:pt x="243" y="152"/>
                  <a:pt x="243" y="141"/>
                </a:cubicBezTo>
                <a:cubicBezTo>
                  <a:pt x="243" y="60"/>
                  <a:pt x="243" y="60"/>
                  <a:pt x="243" y="60"/>
                </a:cubicBezTo>
                <a:cubicBezTo>
                  <a:pt x="243" y="49"/>
                  <a:pt x="252" y="40"/>
                  <a:pt x="263" y="40"/>
                </a:cubicBezTo>
                <a:cubicBezTo>
                  <a:pt x="343" y="40"/>
                  <a:pt x="343" y="40"/>
                  <a:pt x="343" y="40"/>
                </a:cubicBezTo>
                <a:cubicBezTo>
                  <a:pt x="353" y="40"/>
                  <a:pt x="363" y="33"/>
                  <a:pt x="364" y="22"/>
                </a:cubicBezTo>
                <a:cubicBezTo>
                  <a:pt x="365" y="10"/>
                  <a:pt x="355" y="0"/>
                  <a:pt x="344" y="0"/>
                </a:cubicBezTo>
                <a:cubicBezTo>
                  <a:pt x="263" y="0"/>
                  <a:pt x="263" y="0"/>
                  <a:pt x="263" y="0"/>
                </a:cubicBezTo>
                <a:cubicBezTo>
                  <a:pt x="230" y="0"/>
                  <a:pt x="203" y="27"/>
                  <a:pt x="203" y="60"/>
                </a:cubicBezTo>
                <a:cubicBezTo>
                  <a:pt x="203" y="141"/>
                  <a:pt x="203" y="141"/>
                  <a:pt x="203" y="141"/>
                </a:cubicBezTo>
                <a:cubicBezTo>
                  <a:pt x="203" y="174"/>
                  <a:pt x="230" y="201"/>
                  <a:pt x="263" y="201"/>
                </a:cubicBezTo>
                <a:lnTo>
                  <a:pt x="344" y="201"/>
                </a:lnTo>
                <a:close/>
                <a:moveTo>
                  <a:pt x="669" y="40"/>
                </a:moveTo>
                <a:cubicBezTo>
                  <a:pt x="588" y="40"/>
                  <a:pt x="588" y="40"/>
                  <a:pt x="588" y="40"/>
                </a:cubicBezTo>
                <a:cubicBezTo>
                  <a:pt x="577" y="40"/>
                  <a:pt x="568" y="49"/>
                  <a:pt x="568" y="60"/>
                </a:cubicBezTo>
                <a:cubicBezTo>
                  <a:pt x="568" y="584"/>
                  <a:pt x="568" y="584"/>
                  <a:pt x="568" y="584"/>
                </a:cubicBezTo>
                <a:cubicBezTo>
                  <a:pt x="568" y="595"/>
                  <a:pt x="577" y="604"/>
                  <a:pt x="588" y="604"/>
                </a:cubicBezTo>
                <a:cubicBezTo>
                  <a:pt x="669" y="604"/>
                  <a:pt x="669" y="604"/>
                  <a:pt x="669" y="604"/>
                </a:cubicBezTo>
                <a:cubicBezTo>
                  <a:pt x="680" y="604"/>
                  <a:pt x="689" y="595"/>
                  <a:pt x="689" y="584"/>
                </a:cubicBezTo>
                <a:cubicBezTo>
                  <a:pt x="689" y="60"/>
                  <a:pt x="689" y="60"/>
                  <a:pt x="689" y="60"/>
                </a:cubicBezTo>
                <a:cubicBezTo>
                  <a:pt x="689" y="49"/>
                  <a:pt x="680" y="40"/>
                  <a:pt x="669" y="40"/>
                </a:cubicBezTo>
                <a:close/>
                <a:moveTo>
                  <a:pt x="649" y="564"/>
                </a:moveTo>
                <a:cubicBezTo>
                  <a:pt x="608" y="564"/>
                  <a:pt x="608" y="564"/>
                  <a:pt x="608" y="564"/>
                </a:cubicBezTo>
                <a:cubicBezTo>
                  <a:pt x="608" y="80"/>
                  <a:pt x="608" y="80"/>
                  <a:pt x="608" y="80"/>
                </a:cubicBezTo>
                <a:cubicBezTo>
                  <a:pt x="649" y="80"/>
                  <a:pt x="649" y="80"/>
                  <a:pt x="649" y="80"/>
                </a:cubicBezTo>
                <a:lnTo>
                  <a:pt x="649" y="564"/>
                </a:lnTo>
                <a:close/>
                <a:moveTo>
                  <a:pt x="346" y="322"/>
                </a:moveTo>
                <a:cubicBezTo>
                  <a:pt x="266" y="322"/>
                  <a:pt x="266" y="322"/>
                  <a:pt x="266" y="322"/>
                </a:cubicBezTo>
                <a:cubicBezTo>
                  <a:pt x="255" y="322"/>
                  <a:pt x="246" y="331"/>
                  <a:pt x="246" y="342"/>
                </a:cubicBezTo>
                <a:cubicBezTo>
                  <a:pt x="246" y="584"/>
                  <a:pt x="246" y="584"/>
                  <a:pt x="246" y="584"/>
                </a:cubicBezTo>
                <a:cubicBezTo>
                  <a:pt x="246" y="595"/>
                  <a:pt x="255" y="604"/>
                  <a:pt x="266" y="604"/>
                </a:cubicBezTo>
                <a:cubicBezTo>
                  <a:pt x="346" y="604"/>
                  <a:pt x="346" y="604"/>
                  <a:pt x="346" y="604"/>
                </a:cubicBezTo>
                <a:cubicBezTo>
                  <a:pt x="357" y="604"/>
                  <a:pt x="366" y="595"/>
                  <a:pt x="366" y="584"/>
                </a:cubicBezTo>
                <a:cubicBezTo>
                  <a:pt x="366" y="342"/>
                  <a:pt x="366" y="342"/>
                  <a:pt x="366" y="342"/>
                </a:cubicBezTo>
                <a:cubicBezTo>
                  <a:pt x="366" y="331"/>
                  <a:pt x="357" y="322"/>
                  <a:pt x="346" y="322"/>
                </a:cubicBezTo>
                <a:close/>
                <a:moveTo>
                  <a:pt x="326" y="564"/>
                </a:moveTo>
                <a:cubicBezTo>
                  <a:pt x="286" y="564"/>
                  <a:pt x="286" y="564"/>
                  <a:pt x="286" y="564"/>
                </a:cubicBezTo>
                <a:cubicBezTo>
                  <a:pt x="286" y="363"/>
                  <a:pt x="286" y="363"/>
                  <a:pt x="286" y="363"/>
                </a:cubicBezTo>
                <a:cubicBezTo>
                  <a:pt x="326" y="363"/>
                  <a:pt x="326" y="363"/>
                  <a:pt x="326" y="363"/>
                </a:cubicBezTo>
                <a:lnTo>
                  <a:pt x="326" y="564"/>
                </a:lnTo>
                <a:close/>
                <a:moveTo>
                  <a:pt x="508" y="161"/>
                </a:moveTo>
                <a:cubicBezTo>
                  <a:pt x="427" y="161"/>
                  <a:pt x="427" y="161"/>
                  <a:pt x="427" y="161"/>
                </a:cubicBezTo>
                <a:cubicBezTo>
                  <a:pt x="416" y="161"/>
                  <a:pt x="407" y="170"/>
                  <a:pt x="407" y="181"/>
                </a:cubicBezTo>
                <a:cubicBezTo>
                  <a:pt x="407" y="584"/>
                  <a:pt x="407" y="584"/>
                  <a:pt x="407" y="584"/>
                </a:cubicBezTo>
                <a:cubicBezTo>
                  <a:pt x="407" y="595"/>
                  <a:pt x="416" y="604"/>
                  <a:pt x="427" y="604"/>
                </a:cubicBezTo>
                <a:cubicBezTo>
                  <a:pt x="508" y="604"/>
                  <a:pt x="508" y="604"/>
                  <a:pt x="508" y="604"/>
                </a:cubicBezTo>
                <a:cubicBezTo>
                  <a:pt x="519" y="604"/>
                  <a:pt x="528" y="595"/>
                  <a:pt x="528" y="584"/>
                </a:cubicBezTo>
                <a:cubicBezTo>
                  <a:pt x="528" y="181"/>
                  <a:pt x="528" y="181"/>
                  <a:pt x="528" y="181"/>
                </a:cubicBezTo>
                <a:cubicBezTo>
                  <a:pt x="528" y="170"/>
                  <a:pt x="519" y="161"/>
                  <a:pt x="508" y="161"/>
                </a:cubicBezTo>
                <a:close/>
                <a:moveTo>
                  <a:pt x="487" y="564"/>
                </a:moveTo>
                <a:cubicBezTo>
                  <a:pt x="447" y="564"/>
                  <a:pt x="447" y="564"/>
                  <a:pt x="447" y="564"/>
                </a:cubicBezTo>
                <a:cubicBezTo>
                  <a:pt x="447" y="201"/>
                  <a:pt x="447" y="201"/>
                  <a:pt x="447" y="201"/>
                </a:cubicBezTo>
                <a:cubicBezTo>
                  <a:pt x="487" y="201"/>
                  <a:pt x="487" y="201"/>
                  <a:pt x="487" y="201"/>
                </a:cubicBezTo>
                <a:lnTo>
                  <a:pt x="487" y="56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6"/>
          </p:nvPr>
        </p:nvSpPr>
        <p:spPr>
          <a:xfrm>
            <a:off x="148171" y="3607391"/>
            <a:ext cx="2967000" cy="545153"/>
          </a:xfrm>
        </p:spPr>
        <p:txBody>
          <a:bodyPr/>
          <a:lstStyle/>
          <a:p>
            <a:pPr algn="ctr"/>
            <a:r>
              <a:rPr lang="en-US" dirty="0" smtClean="0"/>
              <a:t>This model got</a:t>
            </a:r>
          </a:p>
          <a:p>
            <a:pPr algn="ctr"/>
            <a:r>
              <a:rPr lang="en-US" dirty="0" smtClean="0"/>
              <a:t>67.8% accuracy</a:t>
            </a:r>
            <a:endParaRPr lang="en-US" dirty="0"/>
          </a:p>
        </p:txBody>
      </p:sp>
      <p:sp>
        <p:nvSpPr>
          <p:cNvPr id="24" name="Subtitle 2"/>
          <p:cNvSpPr>
            <a:spLocks noGrp="1"/>
          </p:cNvSpPr>
          <p:nvPr>
            <p:ph type="subTitle" idx="6"/>
          </p:nvPr>
        </p:nvSpPr>
        <p:spPr>
          <a:xfrm>
            <a:off x="401284" y="1496408"/>
            <a:ext cx="2967000" cy="1121584"/>
          </a:xfrm>
        </p:spPr>
        <p:txBody>
          <a:bodyPr/>
          <a:lstStyle/>
          <a:p>
            <a:r>
              <a:rPr lang="en-US" dirty="0"/>
              <a:t>Linear Regression with </a:t>
            </a:r>
            <a:r>
              <a:rPr lang="en-US" dirty="0" smtClean="0"/>
              <a:t>Cross Validation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6"/>
          </p:nvPr>
        </p:nvSpPr>
        <p:spPr>
          <a:xfrm>
            <a:off x="-461746" y="1020021"/>
            <a:ext cx="2967000" cy="545153"/>
          </a:xfrm>
        </p:spPr>
        <p:txBody>
          <a:bodyPr/>
          <a:lstStyle/>
          <a:p>
            <a:pPr algn="ctr"/>
            <a:r>
              <a:rPr lang="en-US" dirty="0" smtClean="0"/>
              <a:t>Experiment 2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171" y="1259966"/>
            <a:ext cx="6028830" cy="369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5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 txBox="1">
            <a:spLocks noGrp="1"/>
          </p:cNvSpPr>
          <p:nvPr>
            <p:ph type="title"/>
          </p:nvPr>
        </p:nvSpPr>
        <p:spPr>
          <a:xfrm>
            <a:off x="720000" y="3501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2000" dirty="0"/>
              <a:t>Try Different Models to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Reach </a:t>
            </a:r>
            <a:r>
              <a:rPr lang="en-US" sz="2000" dirty="0"/>
              <a:t>higher accuracy</a:t>
            </a:r>
            <a:endParaRPr lang="en-US" sz="2000" dirty="0"/>
          </a:p>
        </p:txBody>
      </p:sp>
      <p:sp>
        <p:nvSpPr>
          <p:cNvPr id="446" name="Google Shape;446;p35"/>
          <p:cNvSpPr/>
          <p:nvPr/>
        </p:nvSpPr>
        <p:spPr>
          <a:xfrm>
            <a:off x="1273331" y="2846798"/>
            <a:ext cx="873583" cy="495161"/>
          </a:xfrm>
          <a:custGeom>
            <a:avLst/>
            <a:gdLst/>
            <a:ahLst/>
            <a:cxnLst/>
            <a:rect l="l" t="t" r="r" b="b"/>
            <a:pathLst>
              <a:path w="689" h="604" extrusionOk="0">
                <a:moveTo>
                  <a:pt x="185" y="443"/>
                </a:moveTo>
                <a:cubicBezTo>
                  <a:pt x="104" y="443"/>
                  <a:pt x="104" y="443"/>
                  <a:pt x="104" y="443"/>
                </a:cubicBezTo>
                <a:cubicBezTo>
                  <a:pt x="93" y="443"/>
                  <a:pt x="84" y="452"/>
                  <a:pt x="84" y="463"/>
                </a:cubicBezTo>
                <a:cubicBezTo>
                  <a:pt x="84" y="584"/>
                  <a:pt x="84" y="584"/>
                  <a:pt x="84" y="584"/>
                </a:cubicBezTo>
                <a:cubicBezTo>
                  <a:pt x="84" y="595"/>
                  <a:pt x="93" y="604"/>
                  <a:pt x="104" y="604"/>
                </a:cubicBezTo>
                <a:cubicBezTo>
                  <a:pt x="185" y="604"/>
                  <a:pt x="185" y="604"/>
                  <a:pt x="185" y="604"/>
                </a:cubicBezTo>
                <a:cubicBezTo>
                  <a:pt x="196" y="604"/>
                  <a:pt x="205" y="595"/>
                  <a:pt x="205" y="584"/>
                </a:cubicBezTo>
                <a:cubicBezTo>
                  <a:pt x="205" y="463"/>
                  <a:pt x="205" y="463"/>
                  <a:pt x="205" y="463"/>
                </a:cubicBezTo>
                <a:cubicBezTo>
                  <a:pt x="205" y="452"/>
                  <a:pt x="196" y="443"/>
                  <a:pt x="185" y="443"/>
                </a:cubicBezTo>
                <a:close/>
                <a:moveTo>
                  <a:pt x="165" y="564"/>
                </a:moveTo>
                <a:cubicBezTo>
                  <a:pt x="125" y="564"/>
                  <a:pt x="125" y="564"/>
                  <a:pt x="125" y="564"/>
                </a:cubicBezTo>
                <a:cubicBezTo>
                  <a:pt x="125" y="483"/>
                  <a:pt x="125" y="483"/>
                  <a:pt x="125" y="483"/>
                </a:cubicBezTo>
                <a:cubicBezTo>
                  <a:pt x="165" y="483"/>
                  <a:pt x="165" y="483"/>
                  <a:pt x="165" y="483"/>
                </a:cubicBezTo>
                <a:lnTo>
                  <a:pt x="165" y="564"/>
                </a:lnTo>
                <a:close/>
                <a:moveTo>
                  <a:pt x="162" y="144"/>
                </a:moveTo>
                <a:cubicBezTo>
                  <a:pt x="164" y="109"/>
                  <a:pt x="136" y="80"/>
                  <a:pt x="102" y="80"/>
                </a:cubicBezTo>
                <a:cubicBezTo>
                  <a:pt x="41" y="80"/>
                  <a:pt x="41" y="80"/>
                  <a:pt x="41" y="80"/>
                </a:cubicBezTo>
                <a:cubicBezTo>
                  <a:pt x="41" y="40"/>
                  <a:pt x="41" y="40"/>
                  <a:pt x="41" y="40"/>
                </a:cubicBezTo>
                <a:cubicBezTo>
                  <a:pt x="142" y="40"/>
                  <a:pt x="142" y="40"/>
                  <a:pt x="142" y="40"/>
                </a:cubicBezTo>
                <a:cubicBezTo>
                  <a:pt x="152" y="40"/>
                  <a:pt x="161" y="33"/>
                  <a:pt x="162" y="22"/>
                </a:cubicBezTo>
                <a:cubicBezTo>
                  <a:pt x="163" y="10"/>
                  <a:pt x="154" y="0"/>
                  <a:pt x="142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0" y="0"/>
                  <a:pt x="1" y="9"/>
                  <a:pt x="1" y="20"/>
                </a:cubicBezTo>
                <a:cubicBezTo>
                  <a:pt x="1" y="101"/>
                  <a:pt x="1" y="101"/>
                  <a:pt x="1" y="101"/>
                </a:cubicBezTo>
                <a:cubicBezTo>
                  <a:pt x="1" y="112"/>
                  <a:pt x="10" y="121"/>
                  <a:pt x="21" y="121"/>
                </a:cubicBezTo>
                <a:cubicBezTo>
                  <a:pt x="101" y="121"/>
                  <a:pt x="101" y="121"/>
                  <a:pt x="101" y="121"/>
                </a:cubicBezTo>
                <a:cubicBezTo>
                  <a:pt x="112" y="121"/>
                  <a:pt x="121" y="128"/>
                  <a:pt x="122" y="139"/>
                </a:cubicBezTo>
                <a:cubicBezTo>
                  <a:pt x="123" y="151"/>
                  <a:pt x="114" y="161"/>
                  <a:pt x="102" y="161"/>
                </a:cubicBezTo>
                <a:cubicBezTo>
                  <a:pt x="22" y="161"/>
                  <a:pt x="22" y="161"/>
                  <a:pt x="22" y="161"/>
                </a:cubicBezTo>
                <a:cubicBezTo>
                  <a:pt x="11" y="161"/>
                  <a:pt x="2" y="169"/>
                  <a:pt x="1" y="179"/>
                </a:cubicBezTo>
                <a:cubicBezTo>
                  <a:pt x="0" y="191"/>
                  <a:pt x="9" y="201"/>
                  <a:pt x="21" y="201"/>
                </a:cubicBezTo>
                <a:cubicBezTo>
                  <a:pt x="101" y="201"/>
                  <a:pt x="101" y="201"/>
                  <a:pt x="101" y="201"/>
                </a:cubicBezTo>
                <a:cubicBezTo>
                  <a:pt x="132" y="201"/>
                  <a:pt x="160" y="176"/>
                  <a:pt x="162" y="144"/>
                </a:cubicBezTo>
                <a:close/>
                <a:moveTo>
                  <a:pt x="344" y="201"/>
                </a:moveTo>
                <a:cubicBezTo>
                  <a:pt x="355" y="201"/>
                  <a:pt x="364" y="192"/>
                  <a:pt x="364" y="181"/>
                </a:cubicBezTo>
                <a:cubicBezTo>
                  <a:pt x="364" y="101"/>
                  <a:pt x="364" y="101"/>
                  <a:pt x="364" y="101"/>
                </a:cubicBezTo>
                <a:cubicBezTo>
                  <a:pt x="364" y="89"/>
                  <a:pt x="355" y="80"/>
                  <a:pt x="344" y="80"/>
                </a:cubicBezTo>
                <a:cubicBezTo>
                  <a:pt x="304" y="80"/>
                  <a:pt x="304" y="80"/>
                  <a:pt x="304" y="80"/>
                </a:cubicBezTo>
                <a:cubicBezTo>
                  <a:pt x="293" y="80"/>
                  <a:pt x="284" y="88"/>
                  <a:pt x="283" y="98"/>
                </a:cubicBezTo>
                <a:cubicBezTo>
                  <a:pt x="282" y="110"/>
                  <a:pt x="291" y="121"/>
                  <a:pt x="303" y="121"/>
                </a:cubicBezTo>
                <a:cubicBezTo>
                  <a:pt x="323" y="121"/>
                  <a:pt x="323" y="121"/>
                  <a:pt x="323" y="121"/>
                </a:cubicBezTo>
                <a:cubicBezTo>
                  <a:pt x="323" y="161"/>
                  <a:pt x="323" y="161"/>
                  <a:pt x="323" y="161"/>
                </a:cubicBezTo>
                <a:cubicBezTo>
                  <a:pt x="263" y="161"/>
                  <a:pt x="263" y="161"/>
                  <a:pt x="263" y="161"/>
                </a:cubicBezTo>
                <a:cubicBezTo>
                  <a:pt x="252" y="161"/>
                  <a:pt x="243" y="152"/>
                  <a:pt x="243" y="141"/>
                </a:cubicBezTo>
                <a:cubicBezTo>
                  <a:pt x="243" y="60"/>
                  <a:pt x="243" y="60"/>
                  <a:pt x="243" y="60"/>
                </a:cubicBezTo>
                <a:cubicBezTo>
                  <a:pt x="243" y="49"/>
                  <a:pt x="252" y="40"/>
                  <a:pt x="263" y="40"/>
                </a:cubicBezTo>
                <a:cubicBezTo>
                  <a:pt x="343" y="40"/>
                  <a:pt x="343" y="40"/>
                  <a:pt x="343" y="40"/>
                </a:cubicBezTo>
                <a:cubicBezTo>
                  <a:pt x="353" y="40"/>
                  <a:pt x="363" y="33"/>
                  <a:pt x="364" y="22"/>
                </a:cubicBezTo>
                <a:cubicBezTo>
                  <a:pt x="365" y="10"/>
                  <a:pt x="355" y="0"/>
                  <a:pt x="344" y="0"/>
                </a:cubicBezTo>
                <a:cubicBezTo>
                  <a:pt x="263" y="0"/>
                  <a:pt x="263" y="0"/>
                  <a:pt x="263" y="0"/>
                </a:cubicBezTo>
                <a:cubicBezTo>
                  <a:pt x="230" y="0"/>
                  <a:pt x="203" y="27"/>
                  <a:pt x="203" y="60"/>
                </a:cubicBezTo>
                <a:cubicBezTo>
                  <a:pt x="203" y="141"/>
                  <a:pt x="203" y="141"/>
                  <a:pt x="203" y="141"/>
                </a:cubicBezTo>
                <a:cubicBezTo>
                  <a:pt x="203" y="174"/>
                  <a:pt x="230" y="201"/>
                  <a:pt x="263" y="201"/>
                </a:cubicBezTo>
                <a:lnTo>
                  <a:pt x="344" y="201"/>
                </a:lnTo>
                <a:close/>
                <a:moveTo>
                  <a:pt x="669" y="40"/>
                </a:moveTo>
                <a:cubicBezTo>
                  <a:pt x="588" y="40"/>
                  <a:pt x="588" y="40"/>
                  <a:pt x="588" y="40"/>
                </a:cubicBezTo>
                <a:cubicBezTo>
                  <a:pt x="577" y="40"/>
                  <a:pt x="568" y="49"/>
                  <a:pt x="568" y="60"/>
                </a:cubicBezTo>
                <a:cubicBezTo>
                  <a:pt x="568" y="584"/>
                  <a:pt x="568" y="584"/>
                  <a:pt x="568" y="584"/>
                </a:cubicBezTo>
                <a:cubicBezTo>
                  <a:pt x="568" y="595"/>
                  <a:pt x="577" y="604"/>
                  <a:pt x="588" y="604"/>
                </a:cubicBezTo>
                <a:cubicBezTo>
                  <a:pt x="669" y="604"/>
                  <a:pt x="669" y="604"/>
                  <a:pt x="669" y="604"/>
                </a:cubicBezTo>
                <a:cubicBezTo>
                  <a:pt x="680" y="604"/>
                  <a:pt x="689" y="595"/>
                  <a:pt x="689" y="584"/>
                </a:cubicBezTo>
                <a:cubicBezTo>
                  <a:pt x="689" y="60"/>
                  <a:pt x="689" y="60"/>
                  <a:pt x="689" y="60"/>
                </a:cubicBezTo>
                <a:cubicBezTo>
                  <a:pt x="689" y="49"/>
                  <a:pt x="680" y="40"/>
                  <a:pt x="669" y="40"/>
                </a:cubicBezTo>
                <a:close/>
                <a:moveTo>
                  <a:pt x="649" y="564"/>
                </a:moveTo>
                <a:cubicBezTo>
                  <a:pt x="608" y="564"/>
                  <a:pt x="608" y="564"/>
                  <a:pt x="608" y="564"/>
                </a:cubicBezTo>
                <a:cubicBezTo>
                  <a:pt x="608" y="80"/>
                  <a:pt x="608" y="80"/>
                  <a:pt x="608" y="80"/>
                </a:cubicBezTo>
                <a:cubicBezTo>
                  <a:pt x="649" y="80"/>
                  <a:pt x="649" y="80"/>
                  <a:pt x="649" y="80"/>
                </a:cubicBezTo>
                <a:lnTo>
                  <a:pt x="649" y="564"/>
                </a:lnTo>
                <a:close/>
                <a:moveTo>
                  <a:pt x="346" y="322"/>
                </a:moveTo>
                <a:cubicBezTo>
                  <a:pt x="266" y="322"/>
                  <a:pt x="266" y="322"/>
                  <a:pt x="266" y="322"/>
                </a:cubicBezTo>
                <a:cubicBezTo>
                  <a:pt x="255" y="322"/>
                  <a:pt x="246" y="331"/>
                  <a:pt x="246" y="342"/>
                </a:cubicBezTo>
                <a:cubicBezTo>
                  <a:pt x="246" y="584"/>
                  <a:pt x="246" y="584"/>
                  <a:pt x="246" y="584"/>
                </a:cubicBezTo>
                <a:cubicBezTo>
                  <a:pt x="246" y="595"/>
                  <a:pt x="255" y="604"/>
                  <a:pt x="266" y="604"/>
                </a:cubicBezTo>
                <a:cubicBezTo>
                  <a:pt x="346" y="604"/>
                  <a:pt x="346" y="604"/>
                  <a:pt x="346" y="604"/>
                </a:cubicBezTo>
                <a:cubicBezTo>
                  <a:pt x="357" y="604"/>
                  <a:pt x="366" y="595"/>
                  <a:pt x="366" y="584"/>
                </a:cubicBezTo>
                <a:cubicBezTo>
                  <a:pt x="366" y="342"/>
                  <a:pt x="366" y="342"/>
                  <a:pt x="366" y="342"/>
                </a:cubicBezTo>
                <a:cubicBezTo>
                  <a:pt x="366" y="331"/>
                  <a:pt x="357" y="322"/>
                  <a:pt x="346" y="322"/>
                </a:cubicBezTo>
                <a:close/>
                <a:moveTo>
                  <a:pt x="326" y="564"/>
                </a:moveTo>
                <a:cubicBezTo>
                  <a:pt x="286" y="564"/>
                  <a:pt x="286" y="564"/>
                  <a:pt x="286" y="564"/>
                </a:cubicBezTo>
                <a:cubicBezTo>
                  <a:pt x="286" y="363"/>
                  <a:pt x="286" y="363"/>
                  <a:pt x="286" y="363"/>
                </a:cubicBezTo>
                <a:cubicBezTo>
                  <a:pt x="326" y="363"/>
                  <a:pt x="326" y="363"/>
                  <a:pt x="326" y="363"/>
                </a:cubicBezTo>
                <a:lnTo>
                  <a:pt x="326" y="564"/>
                </a:lnTo>
                <a:close/>
                <a:moveTo>
                  <a:pt x="508" y="161"/>
                </a:moveTo>
                <a:cubicBezTo>
                  <a:pt x="427" y="161"/>
                  <a:pt x="427" y="161"/>
                  <a:pt x="427" y="161"/>
                </a:cubicBezTo>
                <a:cubicBezTo>
                  <a:pt x="416" y="161"/>
                  <a:pt x="407" y="170"/>
                  <a:pt x="407" y="181"/>
                </a:cubicBezTo>
                <a:cubicBezTo>
                  <a:pt x="407" y="584"/>
                  <a:pt x="407" y="584"/>
                  <a:pt x="407" y="584"/>
                </a:cubicBezTo>
                <a:cubicBezTo>
                  <a:pt x="407" y="595"/>
                  <a:pt x="416" y="604"/>
                  <a:pt x="427" y="604"/>
                </a:cubicBezTo>
                <a:cubicBezTo>
                  <a:pt x="508" y="604"/>
                  <a:pt x="508" y="604"/>
                  <a:pt x="508" y="604"/>
                </a:cubicBezTo>
                <a:cubicBezTo>
                  <a:pt x="519" y="604"/>
                  <a:pt x="528" y="595"/>
                  <a:pt x="528" y="584"/>
                </a:cubicBezTo>
                <a:cubicBezTo>
                  <a:pt x="528" y="181"/>
                  <a:pt x="528" y="181"/>
                  <a:pt x="528" y="181"/>
                </a:cubicBezTo>
                <a:cubicBezTo>
                  <a:pt x="528" y="170"/>
                  <a:pt x="519" y="161"/>
                  <a:pt x="508" y="161"/>
                </a:cubicBezTo>
                <a:close/>
                <a:moveTo>
                  <a:pt x="487" y="564"/>
                </a:moveTo>
                <a:cubicBezTo>
                  <a:pt x="447" y="564"/>
                  <a:pt x="447" y="564"/>
                  <a:pt x="447" y="564"/>
                </a:cubicBezTo>
                <a:cubicBezTo>
                  <a:pt x="447" y="201"/>
                  <a:pt x="447" y="201"/>
                  <a:pt x="447" y="201"/>
                </a:cubicBezTo>
                <a:cubicBezTo>
                  <a:pt x="487" y="201"/>
                  <a:pt x="487" y="201"/>
                  <a:pt x="487" y="201"/>
                </a:cubicBezTo>
                <a:lnTo>
                  <a:pt x="487" y="56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6"/>
          </p:nvPr>
        </p:nvSpPr>
        <p:spPr>
          <a:xfrm>
            <a:off x="148171" y="3607391"/>
            <a:ext cx="2967000" cy="545153"/>
          </a:xfrm>
        </p:spPr>
        <p:txBody>
          <a:bodyPr/>
          <a:lstStyle/>
          <a:p>
            <a:pPr algn="ctr"/>
            <a:r>
              <a:rPr lang="en-US" dirty="0" smtClean="0"/>
              <a:t>This model got</a:t>
            </a:r>
          </a:p>
          <a:p>
            <a:pPr algn="ctr"/>
            <a:r>
              <a:rPr lang="en-US" dirty="0" smtClean="0"/>
              <a:t>89.7% accuracy</a:t>
            </a:r>
            <a:endParaRPr lang="en-US" dirty="0"/>
          </a:p>
        </p:txBody>
      </p:sp>
      <p:sp>
        <p:nvSpPr>
          <p:cNvPr id="24" name="Subtitle 2"/>
          <p:cNvSpPr>
            <a:spLocks noGrp="1"/>
          </p:cNvSpPr>
          <p:nvPr>
            <p:ph type="subTitle" idx="6"/>
          </p:nvPr>
        </p:nvSpPr>
        <p:spPr>
          <a:xfrm>
            <a:off x="401284" y="1496408"/>
            <a:ext cx="2967000" cy="1121584"/>
          </a:xfrm>
        </p:spPr>
        <p:txBody>
          <a:bodyPr/>
          <a:lstStyle/>
          <a:p>
            <a:pPr algn="ctr"/>
            <a:r>
              <a:rPr lang="en-US" dirty="0" smtClean="0"/>
              <a:t>Random Forest</a:t>
            </a:r>
          </a:p>
          <a:p>
            <a:pPr algn="ctr"/>
            <a:r>
              <a:rPr lang="en-US" dirty="0" smtClean="0"/>
              <a:t>with Cross</a:t>
            </a:r>
          </a:p>
          <a:p>
            <a:pPr algn="ctr"/>
            <a:r>
              <a:rPr lang="en-US" dirty="0" smtClean="0"/>
              <a:t>Validation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6"/>
          </p:nvPr>
        </p:nvSpPr>
        <p:spPr>
          <a:xfrm>
            <a:off x="-461746" y="1020021"/>
            <a:ext cx="2967000" cy="545153"/>
          </a:xfrm>
        </p:spPr>
        <p:txBody>
          <a:bodyPr/>
          <a:lstStyle/>
          <a:p>
            <a:pPr algn="ctr"/>
            <a:r>
              <a:rPr lang="en-US" dirty="0" smtClean="0"/>
              <a:t>Experiment 3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170" y="1113458"/>
            <a:ext cx="6028830" cy="33059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14" y="4396224"/>
            <a:ext cx="5096586" cy="6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5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Validation</a:t>
            </a:r>
            <a:endParaRPr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3"/>
          </p:nvPr>
        </p:nvSpPr>
        <p:spPr>
          <a:xfrm>
            <a:off x="934947" y="1355096"/>
            <a:ext cx="7109718" cy="3083339"/>
          </a:xfrm>
        </p:spPr>
        <p:txBody>
          <a:bodyPr/>
          <a:lstStyle/>
          <a:p>
            <a:r>
              <a:rPr lang="en-US" sz="2800" dirty="0" smtClean="0">
                <a:latin typeface="Michroma" panose="020B0604020202020204" charset="0"/>
              </a:rPr>
              <a:t>According to Results of experiments we saw that </a:t>
            </a:r>
            <a:r>
              <a:rPr lang="en-US" sz="2800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ichroma" panose="020B0604020202020204" charset="0"/>
              </a:rPr>
              <a:t>Radom Forest </a:t>
            </a:r>
            <a:r>
              <a:rPr lang="en-US" sz="2800" dirty="0" smtClean="0">
                <a:latin typeface="Michroma" panose="020B0604020202020204" charset="0"/>
              </a:rPr>
              <a:t>with Cross Validation is the model which will we take to validation step and Deployment</a:t>
            </a:r>
            <a:endParaRPr lang="en-US" sz="2800" dirty="0">
              <a:latin typeface="Michrom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3"/>
          </p:nvPr>
        </p:nvSpPr>
        <p:spPr>
          <a:xfrm>
            <a:off x="283313" y="1114042"/>
            <a:ext cx="3565445" cy="952765"/>
          </a:xfrm>
        </p:spPr>
        <p:txBody>
          <a:bodyPr/>
          <a:lstStyle/>
          <a:p>
            <a:r>
              <a:rPr lang="en-US" sz="1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ichroma" panose="020B0604020202020204" charset="0"/>
              </a:rPr>
              <a:t>First we use joblib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Michroma" panose="020B0604020202020204" charset="0"/>
              </a:rPr>
              <a:t> </a:t>
            </a:r>
            <a:r>
              <a:rPr lang="en-US" sz="1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ichroma" panose="020B0604020202020204" charset="0"/>
              </a:rPr>
              <a:t>to save the pipeline process in .pkl file</a:t>
            </a: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  <a:latin typeface="Michroma" panose="020B06040202020202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2000" dirty="0"/>
              <a:t>Create an app.py file to start deployment</a:t>
            </a:r>
            <a:br>
              <a:rPr lang="en" sz="2000" dirty="0"/>
            </a:b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813"/>
          <a:stretch/>
        </p:blipFill>
        <p:spPr>
          <a:xfrm>
            <a:off x="3848758" y="1017725"/>
            <a:ext cx="4848902" cy="12257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93" b="1890"/>
          <a:stretch/>
        </p:blipFill>
        <p:spPr>
          <a:xfrm>
            <a:off x="3564339" y="2105248"/>
            <a:ext cx="5131615" cy="2828260"/>
          </a:xfrm>
          <a:prstGeom prst="rect">
            <a:avLst/>
          </a:prstGeom>
        </p:spPr>
      </p:pic>
      <p:sp>
        <p:nvSpPr>
          <p:cNvPr id="9" name="Subtitle 1"/>
          <p:cNvSpPr>
            <a:spLocks noGrp="1"/>
          </p:cNvSpPr>
          <p:nvPr>
            <p:ph type="subTitle" idx="3"/>
          </p:nvPr>
        </p:nvSpPr>
        <p:spPr>
          <a:xfrm>
            <a:off x="321370" y="2967186"/>
            <a:ext cx="3101644" cy="1370898"/>
          </a:xfrm>
        </p:spPr>
        <p:txBody>
          <a:bodyPr/>
          <a:lstStyle/>
          <a:p>
            <a:r>
              <a:rPr lang="en-US" sz="20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ichroma" panose="020B0604020202020204" charset="0"/>
              </a:rPr>
              <a:t>We use Streamlit for deployment </a:t>
            </a: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  <a:latin typeface="Michrom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8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3"/>
          </p:nvPr>
        </p:nvSpPr>
        <p:spPr>
          <a:xfrm>
            <a:off x="0" y="2113502"/>
            <a:ext cx="3565445" cy="952765"/>
          </a:xfrm>
        </p:spPr>
        <p:txBody>
          <a:bodyPr/>
          <a:lstStyle/>
          <a:p>
            <a:r>
              <a:rPr lang="en-US" sz="1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ichroma" panose="020B0604020202020204" charset="0"/>
              </a:rPr>
              <a:t>We put our inputs and set the limits and Values of every input</a:t>
            </a: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  <a:latin typeface="Michroma" panose="020B06040202020202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2000" dirty="0"/>
              <a:t>Create an app.py file to start deployment</a:t>
            </a:r>
            <a:br>
              <a:rPr lang="en" sz="2000" dirty="0"/>
            </a:b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758" y="1017725"/>
            <a:ext cx="5114887" cy="371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0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38"/>
          <p:cNvPicPr preferRelativeResize="0"/>
          <p:nvPr/>
        </p:nvPicPr>
        <p:blipFill rotWithShape="1">
          <a:blip r:embed="rId3">
            <a:alphaModFix/>
          </a:blip>
          <a:srcRect l="2606" t="2606" r="2606" b="2606"/>
          <a:stretch/>
        </p:blipFill>
        <p:spPr>
          <a:xfrm>
            <a:off x="7129907" y="252889"/>
            <a:ext cx="706288" cy="757203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087" y="-111580"/>
            <a:ext cx="4049732" cy="1486140"/>
          </a:xfrm>
          <a:prstGeom prst="rect">
            <a:avLst/>
          </a:prstGeom>
        </p:spPr>
      </p:pic>
      <p:pic>
        <p:nvPicPr>
          <p:cNvPr id="18" name="Google Shape;490;p38"/>
          <p:cNvPicPr preferRelativeResize="0"/>
          <p:nvPr/>
        </p:nvPicPr>
        <p:blipFill rotWithShape="1">
          <a:blip r:embed="rId3">
            <a:alphaModFix/>
          </a:blip>
          <a:srcRect l="2606" t="2606" r="2606" b="2606"/>
          <a:stretch/>
        </p:blipFill>
        <p:spPr>
          <a:xfrm>
            <a:off x="1319711" y="252888"/>
            <a:ext cx="706288" cy="757203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942" y="1250556"/>
            <a:ext cx="4101922" cy="37573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82" y="2444525"/>
            <a:ext cx="3408610" cy="1936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7"/>
          <p:cNvSpPr txBox="1">
            <a:spLocks noGrp="1"/>
          </p:cNvSpPr>
          <p:nvPr>
            <p:ph type="subTitle" idx="1"/>
          </p:nvPr>
        </p:nvSpPr>
        <p:spPr>
          <a:xfrm>
            <a:off x="2473504" y="1746405"/>
            <a:ext cx="4379400" cy="11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Does anyone have any questions?</a:t>
            </a:r>
            <a:endParaRPr sz="1400" b="1"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" dirty="0" smtClean="0"/>
              <a:t>ng.ahmed.fakhrelden@gmail.com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+20 155 044 8090 </a:t>
            </a:r>
            <a:endParaRPr dirty="0"/>
          </a:p>
          <a:p>
            <a:pPr marL="0" lvl="0" indent="0"/>
            <a:r>
              <a:rPr lang="en-US" dirty="0"/>
              <a:t>https://a-fakhrelden.github.io/Ahmedfakhr/</a:t>
            </a:r>
            <a:endParaRPr dirty="0"/>
          </a:p>
        </p:txBody>
      </p:sp>
      <p:sp>
        <p:nvSpPr>
          <p:cNvPr id="632" name="Google Shape;632;p47"/>
          <p:cNvSpPr txBox="1">
            <a:spLocks noGrp="1"/>
          </p:cNvSpPr>
          <p:nvPr>
            <p:ph type="ctrTitle"/>
          </p:nvPr>
        </p:nvSpPr>
        <p:spPr>
          <a:xfrm>
            <a:off x="2382250" y="763200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633" name="Google Shape;633;p47"/>
          <p:cNvSpPr txBox="1"/>
          <p:nvPr/>
        </p:nvSpPr>
        <p:spPr>
          <a:xfrm>
            <a:off x="2382250" y="3068371"/>
            <a:ext cx="43794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Please keep this slide for attribution</a:t>
            </a:r>
            <a:endParaRPr sz="12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G Wireless Technology Campaign by Slidesgo">
  <a:themeElements>
    <a:clrScheme name="Simple Light">
      <a:dk1>
        <a:srgbClr val="F1FFFD"/>
      </a:dk1>
      <a:lt1>
        <a:srgbClr val="1A1919"/>
      </a:lt1>
      <a:dk2>
        <a:srgbClr val="FC86E1"/>
      </a:dk2>
      <a:lt2>
        <a:srgbClr val="C26AF4"/>
      </a:lt2>
      <a:accent1>
        <a:srgbClr val="825DA9"/>
      </a:accent1>
      <a:accent2>
        <a:srgbClr val="8CC1D4"/>
      </a:accent2>
      <a:accent3>
        <a:srgbClr val="2186E1"/>
      </a:accent3>
      <a:accent4>
        <a:srgbClr val="FFAF94"/>
      </a:accent4>
      <a:accent5>
        <a:srgbClr val="E9E9C8"/>
      </a:accent5>
      <a:accent6>
        <a:srgbClr val="FFFFFF"/>
      </a:accent6>
      <a:hlink>
        <a:srgbClr val="F1FFF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292</Words>
  <Application>Microsoft Office PowerPoint</Application>
  <PresentationFormat>On-screen Show (16:9)</PresentationFormat>
  <Paragraphs>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Michroma</vt:lpstr>
      <vt:lpstr>Arial</vt:lpstr>
      <vt:lpstr>Nunito Light</vt:lpstr>
      <vt:lpstr>Archivo</vt:lpstr>
      <vt:lpstr>Open Sans Light</vt:lpstr>
      <vt:lpstr>5G Wireless Technology Campaign by Slidesgo</vt:lpstr>
      <vt:lpstr>MaCHINE learning Model  Used CARS</vt:lpstr>
      <vt:lpstr>Table of contents</vt:lpstr>
      <vt:lpstr>Used Cars Data Ser</vt:lpstr>
      <vt:lpstr>Import The Data a CSV file</vt:lpstr>
      <vt:lpstr>Import The Dataset</vt:lpstr>
      <vt:lpstr>Clean The Data and  Organize the columns</vt:lpstr>
      <vt:lpstr>Try Different Models to  Reach higher accuracy</vt:lpstr>
      <vt:lpstr>Try Different Models to  Reach higher accuracy</vt:lpstr>
      <vt:lpstr>Try Different Models to  Reach higher accuracy</vt:lpstr>
      <vt:lpstr>Validation</vt:lpstr>
      <vt:lpstr>Create an app.py file to start deployment </vt:lpstr>
      <vt:lpstr>Create an app.py file to start deployment </vt:lpstr>
      <vt:lpstr>PowerPoint Presentation</vt:lpstr>
      <vt:lpstr>Thanks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Model  Used CARS</dc:title>
  <dc:creator>User</dc:creator>
  <cp:lastModifiedBy>User</cp:lastModifiedBy>
  <cp:revision>10</cp:revision>
  <dcterms:modified xsi:type="dcterms:W3CDTF">2025-02-25T13:06:22Z</dcterms:modified>
</cp:coreProperties>
</file>